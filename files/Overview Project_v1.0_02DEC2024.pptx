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3.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6.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9"/>
  </p:notesMasterIdLst>
  <p:sldIdLst>
    <p:sldId id="256" r:id="rId5"/>
    <p:sldId id="275" r:id="rId6"/>
    <p:sldId id="321" r:id="rId7"/>
    <p:sldId id="273" r:id="rId8"/>
    <p:sldId id="281" r:id="rId9"/>
    <p:sldId id="269" r:id="rId10"/>
    <p:sldId id="320" r:id="rId11"/>
    <p:sldId id="323" r:id="rId12"/>
    <p:sldId id="310" r:id="rId13"/>
    <p:sldId id="317" r:id="rId14"/>
    <p:sldId id="279" r:id="rId15"/>
    <p:sldId id="276" r:id="rId16"/>
    <p:sldId id="278" r:id="rId17"/>
    <p:sldId id="322" r:id="rId18"/>
  </p:sldIdLst>
  <p:sldSz cx="9144000" cy="5143500" type="screen16x9"/>
  <p:notesSz cx="6858000" cy="9144000"/>
  <p:defaultTextStyle>
    <a:defPPr>
      <a:defRPr lang="nl-NL"/>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3" orient="horz" pos="162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C4BA0D8-A094-4822-8F3D-4A065D0BD97B}" v="7" dt="2026-06-26T09:42:57.68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5912" autoAdjust="0"/>
  </p:normalViewPr>
  <p:slideViewPr>
    <p:cSldViewPr snapToGrid="0" snapToObjects="1">
      <p:cViewPr varScale="1">
        <p:scale>
          <a:sx n="121" d="100"/>
          <a:sy n="121" d="100"/>
        </p:scale>
        <p:origin x="331" y="77"/>
      </p:cViewPr>
      <p:guideLst>
        <p:guide orient="horz" pos="2160"/>
        <p:guide pos="2880"/>
        <p:guide orient="horz" pos="162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drea De Palma" userId="dbbb45b4-0fa1-4b93-b33d-97fa693956a3" providerId="ADAL" clId="{AE935442-7754-48C8-A8F7-F9AB4765280B}"/>
    <pc:docChg chg="undo custSel addSld modSld">
      <pc:chgData name="Andrea De Palma" userId="dbbb45b4-0fa1-4b93-b33d-97fa693956a3" providerId="ADAL" clId="{AE935442-7754-48C8-A8F7-F9AB4765280B}" dt="2026-06-26T09:43:18.085" v="367" actId="1076"/>
      <pc:docMkLst>
        <pc:docMk/>
      </pc:docMkLst>
      <pc:sldChg chg="modSp mod">
        <pc:chgData name="Andrea De Palma" userId="dbbb45b4-0fa1-4b93-b33d-97fa693956a3" providerId="ADAL" clId="{AE935442-7754-48C8-A8F7-F9AB4765280B}" dt="2026-06-26T09:32:35.878" v="0" actId="1076"/>
        <pc:sldMkLst>
          <pc:docMk/>
          <pc:sldMk cId="3076204428" sldId="320"/>
        </pc:sldMkLst>
        <pc:spChg chg="mod">
          <ac:chgData name="Andrea De Palma" userId="dbbb45b4-0fa1-4b93-b33d-97fa693956a3" providerId="ADAL" clId="{AE935442-7754-48C8-A8F7-F9AB4765280B}" dt="2026-06-26T09:32:35.878" v="0" actId="1076"/>
          <ac:spMkLst>
            <pc:docMk/>
            <pc:sldMk cId="3076204428" sldId="320"/>
            <ac:spMk id="6" creationId="{00000000-0000-0000-0000-000000000000}"/>
          </ac:spMkLst>
        </pc:spChg>
      </pc:sldChg>
      <pc:sldChg chg="modSp add mod">
        <pc:chgData name="Andrea De Palma" userId="dbbb45b4-0fa1-4b93-b33d-97fa693956a3" providerId="ADAL" clId="{AE935442-7754-48C8-A8F7-F9AB4765280B}" dt="2026-06-26T09:43:18.085" v="367" actId="1076"/>
        <pc:sldMkLst>
          <pc:docMk/>
          <pc:sldMk cId="2676570435" sldId="323"/>
        </pc:sldMkLst>
        <pc:spChg chg="mod">
          <ac:chgData name="Andrea De Palma" userId="dbbb45b4-0fa1-4b93-b33d-97fa693956a3" providerId="ADAL" clId="{AE935442-7754-48C8-A8F7-F9AB4765280B}" dt="2026-06-26T09:43:18.085" v="367" actId="1076"/>
          <ac:spMkLst>
            <pc:docMk/>
            <pc:sldMk cId="2676570435" sldId="323"/>
            <ac:spMk id="6" creationId="{A17A0080-3434-D258-AC9E-96A14DBC09C2}"/>
          </ac:spMkLst>
        </pc:spChg>
        <pc:graphicFrameChg chg="mod modGraphic">
          <ac:chgData name="Andrea De Palma" userId="dbbb45b4-0fa1-4b93-b33d-97fa693956a3" providerId="ADAL" clId="{AE935442-7754-48C8-A8F7-F9AB4765280B}" dt="2026-06-26T09:42:57.676" v="365" actId="5736"/>
          <ac:graphicFrameMkLst>
            <pc:docMk/>
            <pc:sldMk cId="2676570435" sldId="323"/>
            <ac:graphicFrameMk id="2" creationId="{54B4F278-CB78-3CA3-23F6-BD2331523358}"/>
          </ac:graphicFrameMkLst>
        </pc:graphicFrame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image" Target="../media/image3.svg"/><Relationship Id="rId4" Type="http://schemas.openxmlformats.org/officeDocument/2006/relationships/image" Target="../media/image6.svg"/></Relationships>
</file>

<file path=ppt/diagrams/_rels/data2.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svg"/><Relationship Id="rId1" Type="http://schemas.openxmlformats.org/officeDocument/2006/relationships/image" Target="../media/image7.svg"/><Relationship Id="rId5" Type="http://schemas.openxmlformats.org/officeDocument/2006/relationships/image" Target="../media/image11.svg"/><Relationship Id="rId4" Type="http://schemas.openxmlformats.org/officeDocument/2006/relationships/image" Target="../media/image10.svg"/></Relationships>
</file>

<file path=ppt/diagrams/_rels/data3.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image" Target="../media/image7.svg"/></Relationships>
</file>

<file path=ppt/diagrams/_rels/data6.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svg"/><Relationship Id="rId1" Type="http://schemas.openxmlformats.org/officeDocument/2006/relationships/image" Target="../media/image20.svg"/></Relationships>
</file>

<file path=ppt/diagrams/_rels/data7.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svg"/><Relationship Id="rId1" Type="http://schemas.openxmlformats.org/officeDocument/2006/relationships/image" Target="../media/image23.svg"/></Relationships>
</file>

<file path=ppt/diagrams/_rels/drawing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svg"/><Relationship Id="rId1" Type="http://schemas.openxmlformats.org/officeDocument/2006/relationships/image" Target="../media/image3.svg"/><Relationship Id="rId4" Type="http://schemas.openxmlformats.org/officeDocument/2006/relationships/image" Target="../media/image6.svg"/></Relationships>
</file>

<file path=ppt/diagrams/_rels/drawing2.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svg"/><Relationship Id="rId1" Type="http://schemas.openxmlformats.org/officeDocument/2006/relationships/image" Target="../media/image7.svg"/><Relationship Id="rId5" Type="http://schemas.openxmlformats.org/officeDocument/2006/relationships/image" Target="../media/image11.svg"/><Relationship Id="rId4" Type="http://schemas.openxmlformats.org/officeDocument/2006/relationships/image" Target="../media/image10.svg"/></Relationships>
</file>

<file path=ppt/diagrams/_rels/drawing3.xml.rels><?xml version="1.0" encoding="UTF-8" standalone="yes"?>
<Relationships xmlns="http://schemas.openxmlformats.org/package/2006/relationships"><Relationship Id="rId2" Type="http://schemas.openxmlformats.org/officeDocument/2006/relationships/image" Target="../media/image12.svg"/><Relationship Id="rId1" Type="http://schemas.openxmlformats.org/officeDocument/2006/relationships/image" Target="../media/image7.svg"/></Relationships>
</file>

<file path=ppt/diagrams/_rels/drawing6.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svg"/><Relationship Id="rId1" Type="http://schemas.openxmlformats.org/officeDocument/2006/relationships/image" Target="../media/image20.svg"/></Relationships>
</file>

<file path=ppt/diagrams/_rels/drawing7.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svg"/><Relationship Id="rId1" Type="http://schemas.openxmlformats.org/officeDocument/2006/relationships/image" Target="../media/image23.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F77678D-0371-4630-ADC2-7BB5B202AC2F}"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D1BAA542-7DE3-4975-BE20-1880B1FA65FD}">
      <dgm:prSet/>
      <dgm:spPr/>
      <dgm:t>
        <a:bodyPr/>
        <a:lstStyle/>
        <a:p>
          <a:r>
            <a:rPr lang="en-US" b="0" i="0" u="sng" baseline="0" dirty="0"/>
            <a:t>Several well-being questionnaires </a:t>
          </a:r>
          <a:r>
            <a:rPr lang="en-US" b="0" i="0" baseline="0" dirty="0"/>
            <a:t>have been developed to use in non-curative care to evaluate technology and services </a:t>
          </a:r>
          <a:endParaRPr lang="en-US" dirty="0"/>
        </a:p>
      </dgm:t>
    </dgm:pt>
    <dgm:pt modelId="{B507714C-08B8-4D8A-9256-9F439DB85938}" type="parTrans" cxnId="{E0CE1A97-CDD0-4636-B49E-0CCD2CF91BB9}">
      <dgm:prSet/>
      <dgm:spPr/>
      <dgm:t>
        <a:bodyPr/>
        <a:lstStyle/>
        <a:p>
          <a:endParaRPr lang="en-US"/>
        </a:p>
      </dgm:t>
    </dgm:pt>
    <dgm:pt modelId="{BA639638-D387-4AF0-B014-A377654BC6E5}" type="sibTrans" cxnId="{E0CE1A97-CDD0-4636-B49E-0CCD2CF91BB9}">
      <dgm:prSet/>
      <dgm:spPr/>
      <dgm:t>
        <a:bodyPr/>
        <a:lstStyle/>
        <a:p>
          <a:endParaRPr lang="en-US"/>
        </a:p>
      </dgm:t>
    </dgm:pt>
    <dgm:pt modelId="{0AA7A9BB-7824-4B1C-BF02-4278CF3299F8}">
      <dgm:prSet/>
      <dgm:spPr/>
      <dgm:t>
        <a:bodyPr/>
        <a:lstStyle/>
        <a:p>
          <a:r>
            <a:rPr lang="en-US" b="0" i="0" baseline="0" dirty="0"/>
            <a:t>These questionnaires are at </a:t>
          </a:r>
          <a:r>
            <a:rPr lang="en-US" b="0" i="0" u="sng" baseline="0" dirty="0"/>
            <a:t>different stages of development </a:t>
          </a:r>
          <a:r>
            <a:rPr lang="en-US" b="0" i="0" baseline="0" dirty="0"/>
            <a:t>and have never been compared altogether in the same context/population</a:t>
          </a:r>
          <a:endParaRPr lang="en-US" dirty="0"/>
        </a:p>
      </dgm:t>
    </dgm:pt>
    <dgm:pt modelId="{67CC9003-19C8-48EE-809C-66433C260B1D}" type="parTrans" cxnId="{A6B43FBD-7082-4406-83CE-FD65D807B4BC}">
      <dgm:prSet/>
      <dgm:spPr/>
      <dgm:t>
        <a:bodyPr/>
        <a:lstStyle/>
        <a:p>
          <a:endParaRPr lang="en-US"/>
        </a:p>
      </dgm:t>
    </dgm:pt>
    <dgm:pt modelId="{755550D5-1A19-4D64-BC92-590A38D0A0A8}" type="sibTrans" cxnId="{A6B43FBD-7082-4406-83CE-FD65D807B4BC}">
      <dgm:prSet/>
      <dgm:spPr/>
      <dgm:t>
        <a:bodyPr/>
        <a:lstStyle/>
        <a:p>
          <a:endParaRPr lang="en-US"/>
        </a:p>
      </dgm:t>
    </dgm:pt>
    <dgm:pt modelId="{A29114C6-8210-4729-A0F3-653901333BCB}">
      <dgm:prSet/>
      <dgm:spPr/>
      <dgm:t>
        <a:bodyPr/>
        <a:lstStyle/>
        <a:p>
          <a:r>
            <a:rPr lang="en-US" b="0" i="0" u="sng" baseline="0" dirty="0"/>
            <a:t>It is still unclear which instruments should be used </a:t>
          </a:r>
          <a:r>
            <a:rPr lang="en-US" b="0" i="0" baseline="0" dirty="0"/>
            <a:t>to assess the effectiveness of an intervention targeting well-being in a specific context</a:t>
          </a:r>
          <a:endParaRPr lang="en-US" dirty="0"/>
        </a:p>
      </dgm:t>
    </dgm:pt>
    <dgm:pt modelId="{1CD85EAD-2822-40D4-AC70-B0B6DC43652C}" type="parTrans" cxnId="{EA3F43BC-5AAC-40EF-AC97-E7E896D1E921}">
      <dgm:prSet/>
      <dgm:spPr/>
      <dgm:t>
        <a:bodyPr/>
        <a:lstStyle/>
        <a:p>
          <a:endParaRPr lang="en-US"/>
        </a:p>
      </dgm:t>
    </dgm:pt>
    <dgm:pt modelId="{C6FE1795-829E-4A03-A1C4-2AD9125CA380}" type="sibTrans" cxnId="{EA3F43BC-5AAC-40EF-AC97-E7E896D1E921}">
      <dgm:prSet/>
      <dgm:spPr/>
      <dgm:t>
        <a:bodyPr/>
        <a:lstStyle/>
        <a:p>
          <a:endParaRPr lang="en-US"/>
        </a:p>
      </dgm:t>
    </dgm:pt>
    <dgm:pt modelId="{35D6EF99-86A2-4A61-AF23-F94AAAE16526}">
      <dgm:prSet/>
      <dgm:spPr/>
      <dgm:t>
        <a:bodyPr/>
        <a:lstStyle/>
        <a:p>
          <a:r>
            <a:rPr lang="en-US" b="0" i="0" baseline="0" dirty="0"/>
            <a:t>This question led to the project named “</a:t>
          </a:r>
          <a:r>
            <a:rPr lang="en-US" b="0" i="0" u="sng" baseline="0" dirty="0"/>
            <a:t>The Well-being Multi-Instrument Comparison</a:t>
          </a:r>
          <a:r>
            <a:rPr lang="en-US" b="0" i="0" baseline="0" dirty="0"/>
            <a:t>” (W-MIC) study </a:t>
          </a:r>
          <a:endParaRPr lang="en-US" dirty="0"/>
        </a:p>
      </dgm:t>
    </dgm:pt>
    <dgm:pt modelId="{9678DD63-BA53-4E9F-843A-DDE92016CA23}" type="parTrans" cxnId="{918F7CF1-76EF-4483-9144-194AAF58B45B}">
      <dgm:prSet/>
      <dgm:spPr/>
      <dgm:t>
        <a:bodyPr/>
        <a:lstStyle/>
        <a:p>
          <a:endParaRPr lang="en-US"/>
        </a:p>
      </dgm:t>
    </dgm:pt>
    <dgm:pt modelId="{85F0AE78-7C61-4353-839B-A6FA84FA0D36}" type="sibTrans" cxnId="{918F7CF1-76EF-4483-9144-194AAF58B45B}">
      <dgm:prSet/>
      <dgm:spPr/>
      <dgm:t>
        <a:bodyPr/>
        <a:lstStyle/>
        <a:p>
          <a:endParaRPr lang="en-US"/>
        </a:p>
      </dgm:t>
    </dgm:pt>
    <dgm:pt modelId="{4ED9B610-17E1-4A31-B7C4-1614B388F597}" type="pres">
      <dgm:prSet presAssocID="{2F77678D-0371-4630-ADC2-7BB5B202AC2F}" presName="root" presStyleCnt="0">
        <dgm:presLayoutVars>
          <dgm:dir/>
          <dgm:resizeHandles val="exact"/>
        </dgm:presLayoutVars>
      </dgm:prSet>
      <dgm:spPr/>
    </dgm:pt>
    <dgm:pt modelId="{4FC1DBF4-EFF7-4824-838E-F3212B907F10}" type="pres">
      <dgm:prSet presAssocID="{2F77678D-0371-4630-ADC2-7BB5B202AC2F}" presName="container" presStyleCnt="0">
        <dgm:presLayoutVars>
          <dgm:dir/>
          <dgm:resizeHandles val="exact"/>
        </dgm:presLayoutVars>
      </dgm:prSet>
      <dgm:spPr/>
    </dgm:pt>
    <dgm:pt modelId="{06248EF1-1E19-48B8-8529-F97C8F8A568D}" type="pres">
      <dgm:prSet presAssocID="{D1BAA542-7DE3-4975-BE20-1880B1FA65FD}" presName="compNode" presStyleCnt="0"/>
      <dgm:spPr/>
    </dgm:pt>
    <dgm:pt modelId="{45D53E5A-B396-476B-827A-0C8D97374C75}" type="pres">
      <dgm:prSet presAssocID="{D1BAA542-7DE3-4975-BE20-1880B1FA65FD}" presName="iconBgRect" presStyleLbl="bgShp" presStyleIdx="0" presStyleCnt="4"/>
      <dgm:spPr/>
    </dgm:pt>
    <dgm:pt modelId="{59C7FCF0-0F83-47EF-B4E3-DFC332FF1F37}" type="pres">
      <dgm:prSet presAssocID="{D1BAA542-7DE3-4975-BE20-1880B1FA65FD}"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Stethoscope"/>
        </a:ext>
      </dgm:extLst>
    </dgm:pt>
    <dgm:pt modelId="{E5BA26E8-4AF3-436B-98A0-4D8F3351DED2}" type="pres">
      <dgm:prSet presAssocID="{D1BAA542-7DE3-4975-BE20-1880B1FA65FD}" presName="spaceRect" presStyleCnt="0"/>
      <dgm:spPr/>
    </dgm:pt>
    <dgm:pt modelId="{53A6F0F9-EA6E-4353-8B79-17ADEFD3C042}" type="pres">
      <dgm:prSet presAssocID="{D1BAA542-7DE3-4975-BE20-1880B1FA65FD}" presName="textRect" presStyleLbl="revTx" presStyleIdx="0" presStyleCnt="4">
        <dgm:presLayoutVars>
          <dgm:chMax val="1"/>
          <dgm:chPref val="1"/>
        </dgm:presLayoutVars>
      </dgm:prSet>
      <dgm:spPr/>
    </dgm:pt>
    <dgm:pt modelId="{2DD9C13E-482B-443C-9F30-68416ED1BC5A}" type="pres">
      <dgm:prSet presAssocID="{BA639638-D387-4AF0-B014-A377654BC6E5}" presName="sibTrans" presStyleLbl="sibTrans2D1" presStyleIdx="0" presStyleCnt="0"/>
      <dgm:spPr/>
    </dgm:pt>
    <dgm:pt modelId="{CFD0CC98-E698-4CA6-AE04-03275273E46B}" type="pres">
      <dgm:prSet presAssocID="{0AA7A9BB-7824-4B1C-BF02-4278CF3299F8}" presName="compNode" presStyleCnt="0"/>
      <dgm:spPr/>
    </dgm:pt>
    <dgm:pt modelId="{52945532-4D0E-4A42-AFCC-9F2780655FA8}" type="pres">
      <dgm:prSet presAssocID="{0AA7A9BB-7824-4B1C-BF02-4278CF3299F8}" presName="iconBgRect" presStyleLbl="bgShp" presStyleIdx="1" presStyleCnt="4"/>
      <dgm:spPr/>
    </dgm:pt>
    <dgm:pt modelId="{B3E1B79D-04EB-43A0-BA2A-C452246017CA}" type="pres">
      <dgm:prSet presAssocID="{0AA7A9BB-7824-4B1C-BF02-4278CF3299F8}"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usiness Growth"/>
        </a:ext>
      </dgm:extLst>
    </dgm:pt>
    <dgm:pt modelId="{C31A6F5A-BF72-4E07-A1B0-20C84A39A9C8}" type="pres">
      <dgm:prSet presAssocID="{0AA7A9BB-7824-4B1C-BF02-4278CF3299F8}" presName="spaceRect" presStyleCnt="0"/>
      <dgm:spPr/>
    </dgm:pt>
    <dgm:pt modelId="{AE8B7C78-FA24-4234-8110-E6665DAB46DC}" type="pres">
      <dgm:prSet presAssocID="{0AA7A9BB-7824-4B1C-BF02-4278CF3299F8}" presName="textRect" presStyleLbl="revTx" presStyleIdx="1" presStyleCnt="4">
        <dgm:presLayoutVars>
          <dgm:chMax val="1"/>
          <dgm:chPref val="1"/>
        </dgm:presLayoutVars>
      </dgm:prSet>
      <dgm:spPr/>
    </dgm:pt>
    <dgm:pt modelId="{2B8075D6-BCC4-440B-91E3-2201E6FF7E16}" type="pres">
      <dgm:prSet presAssocID="{755550D5-1A19-4D64-BC92-590A38D0A0A8}" presName="sibTrans" presStyleLbl="sibTrans2D1" presStyleIdx="0" presStyleCnt="0"/>
      <dgm:spPr/>
    </dgm:pt>
    <dgm:pt modelId="{9934F6AB-EDB3-44F6-AE15-20831DB7EDF8}" type="pres">
      <dgm:prSet presAssocID="{A29114C6-8210-4729-A0F3-653901333BCB}" presName="compNode" presStyleCnt="0"/>
      <dgm:spPr/>
    </dgm:pt>
    <dgm:pt modelId="{BAD7A230-F1EC-4C6A-80A2-438C5474875B}" type="pres">
      <dgm:prSet presAssocID="{A29114C6-8210-4729-A0F3-653901333BCB}" presName="iconBgRect" presStyleLbl="bgShp" presStyleIdx="2" presStyleCnt="4"/>
      <dgm:spPr/>
    </dgm:pt>
    <dgm:pt modelId="{E92E7F33-FF3A-4A19-A3B8-9F924A69D859}" type="pres">
      <dgm:prSet presAssocID="{A29114C6-8210-4729-A0F3-653901333BCB}" presName="iconRect" presStyleLbl="node1" presStyleIdx="2" presStyleCnt="4"/>
      <dgm:spPr>
        <a:blipFill>
          <a:blip xmlns:r="http://schemas.openxmlformats.org/officeDocument/2006/relationships">
            <a:extLst>
              <a:ext uri="{96DAC541-7B7A-43D3-8B79-37D633B846F1}">
                <asvg:svgBlip xmlns:asvg="http://schemas.microsoft.com/office/drawing/2016/SVG/main" r:embed="rId3"/>
              </a:ext>
            </a:extLst>
          </a:blip>
          <a:srcRect/>
          <a:stretch>
            <a:fillRect/>
          </a:stretch>
        </a:blipFill>
        <a:ln>
          <a:noFill/>
        </a:ln>
      </dgm:spPr>
      <dgm:extLst>
        <a:ext uri="{E40237B7-FDA0-4F09-8148-C483321AD2D9}">
          <dgm14:cNvPr xmlns:dgm14="http://schemas.microsoft.com/office/drawing/2010/diagram" id="0" name="" descr="Questions with solid fill"/>
        </a:ext>
      </dgm:extLst>
    </dgm:pt>
    <dgm:pt modelId="{4B8D09C6-D686-46A6-AF92-C1FB72733690}" type="pres">
      <dgm:prSet presAssocID="{A29114C6-8210-4729-A0F3-653901333BCB}" presName="spaceRect" presStyleCnt="0"/>
      <dgm:spPr/>
    </dgm:pt>
    <dgm:pt modelId="{F60A4869-D9AD-4E3D-B229-F0274C8DBFB6}" type="pres">
      <dgm:prSet presAssocID="{A29114C6-8210-4729-A0F3-653901333BCB}" presName="textRect" presStyleLbl="revTx" presStyleIdx="2" presStyleCnt="4">
        <dgm:presLayoutVars>
          <dgm:chMax val="1"/>
          <dgm:chPref val="1"/>
        </dgm:presLayoutVars>
      </dgm:prSet>
      <dgm:spPr/>
    </dgm:pt>
    <dgm:pt modelId="{BE6CC7F3-6C3A-40B5-A9A2-C54FC1E95150}" type="pres">
      <dgm:prSet presAssocID="{C6FE1795-829E-4A03-A1C4-2AD9125CA380}" presName="sibTrans" presStyleLbl="sibTrans2D1" presStyleIdx="0" presStyleCnt="0"/>
      <dgm:spPr/>
    </dgm:pt>
    <dgm:pt modelId="{4311EEDC-BA27-4270-9186-9131DF5FBFFD}" type="pres">
      <dgm:prSet presAssocID="{35D6EF99-86A2-4A61-AF23-F94AAAE16526}" presName="compNode" presStyleCnt="0"/>
      <dgm:spPr/>
    </dgm:pt>
    <dgm:pt modelId="{BBFC21C5-6BDD-4EA1-8473-C9B72A532417}" type="pres">
      <dgm:prSet presAssocID="{35D6EF99-86A2-4A61-AF23-F94AAAE16526}" presName="iconBgRect" presStyleLbl="bgShp" presStyleIdx="3" presStyleCnt="4"/>
      <dgm:spPr/>
    </dgm:pt>
    <dgm:pt modelId="{5C6649E1-7345-4F7D-9E37-E3124D0AF362}" type="pres">
      <dgm:prSet presAssocID="{35D6EF99-86A2-4A61-AF23-F94AAAE16526}" presName="iconRect" presStyleLbl="node1" presStyleIdx="3" presStyleCnt="4"/>
      <dgm:spPr>
        <a:blipFill>
          <a:blip xmlns:r="http://schemas.openxmlformats.org/officeDocument/2006/relationships">
            <a:extLst>
              <a:ext uri="{96DAC541-7B7A-43D3-8B79-37D633B846F1}">
                <asvg:svgBlip xmlns:asvg="http://schemas.microsoft.com/office/drawing/2016/SVG/main" r:embed="rId4"/>
              </a:ext>
            </a:extLst>
          </a:blip>
          <a:srcRect/>
          <a:stretch>
            <a:fillRect/>
          </a:stretch>
        </a:blipFill>
        <a:ln>
          <a:noFill/>
        </a:ln>
      </dgm:spPr>
      <dgm:extLst>
        <a:ext uri="{E40237B7-FDA0-4F09-8148-C483321AD2D9}">
          <dgm14:cNvPr xmlns:dgm14="http://schemas.microsoft.com/office/drawing/2010/diagram" id="0" name="" descr="Books on shelf with solid fill"/>
        </a:ext>
      </dgm:extLst>
    </dgm:pt>
    <dgm:pt modelId="{A97A01C7-21A1-46B7-923D-AFDE99AE7C68}" type="pres">
      <dgm:prSet presAssocID="{35D6EF99-86A2-4A61-AF23-F94AAAE16526}" presName="spaceRect" presStyleCnt="0"/>
      <dgm:spPr/>
    </dgm:pt>
    <dgm:pt modelId="{AAA970FB-A119-4878-9E73-BBEE04865926}" type="pres">
      <dgm:prSet presAssocID="{35D6EF99-86A2-4A61-AF23-F94AAAE16526}" presName="textRect" presStyleLbl="revTx" presStyleIdx="3" presStyleCnt="4">
        <dgm:presLayoutVars>
          <dgm:chMax val="1"/>
          <dgm:chPref val="1"/>
        </dgm:presLayoutVars>
      </dgm:prSet>
      <dgm:spPr/>
    </dgm:pt>
  </dgm:ptLst>
  <dgm:cxnLst>
    <dgm:cxn modelId="{A83BC309-8376-452E-BE40-48EB8AC5AC5E}" type="presOf" srcId="{A29114C6-8210-4729-A0F3-653901333BCB}" destId="{F60A4869-D9AD-4E3D-B229-F0274C8DBFB6}" srcOrd="0" destOrd="0" presId="urn:microsoft.com/office/officeart/2018/2/layout/IconCircleList"/>
    <dgm:cxn modelId="{C9B61519-21FC-4540-A332-CB07D43A3E4F}" type="presOf" srcId="{755550D5-1A19-4D64-BC92-590A38D0A0A8}" destId="{2B8075D6-BCC4-440B-91E3-2201E6FF7E16}" srcOrd="0" destOrd="0" presId="urn:microsoft.com/office/officeart/2018/2/layout/IconCircleList"/>
    <dgm:cxn modelId="{73710452-15D8-4AC3-9E59-C366CE990396}" type="presOf" srcId="{D1BAA542-7DE3-4975-BE20-1880B1FA65FD}" destId="{53A6F0F9-EA6E-4353-8B79-17ADEFD3C042}" srcOrd="0" destOrd="0" presId="urn:microsoft.com/office/officeart/2018/2/layout/IconCircleList"/>
    <dgm:cxn modelId="{808AE290-5179-44B2-B9AC-BE3D51FE08DD}" type="presOf" srcId="{2F77678D-0371-4630-ADC2-7BB5B202AC2F}" destId="{4ED9B610-17E1-4A31-B7C4-1614B388F597}" srcOrd="0" destOrd="0" presId="urn:microsoft.com/office/officeart/2018/2/layout/IconCircleList"/>
    <dgm:cxn modelId="{F2072995-62F3-425E-84E6-6DB889941DC3}" type="presOf" srcId="{35D6EF99-86A2-4A61-AF23-F94AAAE16526}" destId="{AAA970FB-A119-4878-9E73-BBEE04865926}" srcOrd="0" destOrd="0" presId="urn:microsoft.com/office/officeart/2018/2/layout/IconCircleList"/>
    <dgm:cxn modelId="{E0CE1A97-CDD0-4636-B49E-0CCD2CF91BB9}" srcId="{2F77678D-0371-4630-ADC2-7BB5B202AC2F}" destId="{D1BAA542-7DE3-4975-BE20-1880B1FA65FD}" srcOrd="0" destOrd="0" parTransId="{B507714C-08B8-4D8A-9256-9F439DB85938}" sibTransId="{BA639638-D387-4AF0-B014-A377654BC6E5}"/>
    <dgm:cxn modelId="{950E7CB9-AB59-4431-AEFA-4B5BC5A72296}" type="presOf" srcId="{BA639638-D387-4AF0-B014-A377654BC6E5}" destId="{2DD9C13E-482B-443C-9F30-68416ED1BC5A}" srcOrd="0" destOrd="0" presId="urn:microsoft.com/office/officeart/2018/2/layout/IconCircleList"/>
    <dgm:cxn modelId="{EA3F43BC-5AAC-40EF-AC97-E7E896D1E921}" srcId="{2F77678D-0371-4630-ADC2-7BB5B202AC2F}" destId="{A29114C6-8210-4729-A0F3-653901333BCB}" srcOrd="2" destOrd="0" parTransId="{1CD85EAD-2822-40D4-AC70-B0B6DC43652C}" sibTransId="{C6FE1795-829E-4A03-A1C4-2AD9125CA380}"/>
    <dgm:cxn modelId="{A6B43FBD-7082-4406-83CE-FD65D807B4BC}" srcId="{2F77678D-0371-4630-ADC2-7BB5B202AC2F}" destId="{0AA7A9BB-7824-4B1C-BF02-4278CF3299F8}" srcOrd="1" destOrd="0" parTransId="{67CC9003-19C8-48EE-809C-66433C260B1D}" sibTransId="{755550D5-1A19-4D64-BC92-590A38D0A0A8}"/>
    <dgm:cxn modelId="{4801D5EC-BDBE-419B-98FD-5A073EF05842}" type="presOf" srcId="{C6FE1795-829E-4A03-A1C4-2AD9125CA380}" destId="{BE6CC7F3-6C3A-40B5-A9A2-C54FC1E95150}" srcOrd="0" destOrd="0" presId="urn:microsoft.com/office/officeart/2018/2/layout/IconCircleList"/>
    <dgm:cxn modelId="{918F7CF1-76EF-4483-9144-194AAF58B45B}" srcId="{2F77678D-0371-4630-ADC2-7BB5B202AC2F}" destId="{35D6EF99-86A2-4A61-AF23-F94AAAE16526}" srcOrd="3" destOrd="0" parTransId="{9678DD63-BA53-4E9F-843A-DDE92016CA23}" sibTransId="{85F0AE78-7C61-4353-839B-A6FA84FA0D36}"/>
    <dgm:cxn modelId="{9BFF9EF9-6072-4199-8066-D9D6E8D76305}" type="presOf" srcId="{0AA7A9BB-7824-4B1C-BF02-4278CF3299F8}" destId="{AE8B7C78-FA24-4234-8110-E6665DAB46DC}" srcOrd="0" destOrd="0" presId="urn:microsoft.com/office/officeart/2018/2/layout/IconCircleList"/>
    <dgm:cxn modelId="{A70DCC36-42CB-47C8-A849-85543A21EDF8}" type="presParOf" srcId="{4ED9B610-17E1-4A31-B7C4-1614B388F597}" destId="{4FC1DBF4-EFF7-4824-838E-F3212B907F10}" srcOrd="0" destOrd="0" presId="urn:microsoft.com/office/officeart/2018/2/layout/IconCircleList"/>
    <dgm:cxn modelId="{0F5551E8-EEDF-4753-B1D2-36AFC72116A5}" type="presParOf" srcId="{4FC1DBF4-EFF7-4824-838E-F3212B907F10}" destId="{06248EF1-1E19-48B8-8529-F97C8F8A568D}" srcOrd="0" destOrd="0" presId="urn:microsoft.com/office/officeart/2018/2/layout/IconCircleList"/>
    <dgm:cxn modelId="{71A6B544-05ED-48CE-B7D3-E0A448CFA214}" type="presParOf" srcId="{06248EF1-1E19-48B8-8529-F97C8F8A568D}" destId="{45D53E5A-B396-476B-827A-0C8D97374C75}" srcOrd="0" destOrd="0" presId="urn:microsoft.com/office/officeart/2018/2/layout/IconCircleList"/>
    <dgm:cxn modelId="{C14AF1E7-85B0-4967-B66D-BF649758BAF4}" type="presParOf" srcId="{06248EF1-1E19-48B8-8529-F97C8F8A568D}" destId="{59C7FCF0-0F83-47EF-B4E3-DFC332FF1F37}" srcOrd="1" destOrd="0" presId="urn:microsoft.com/office/officeart/2018/2/layout/IconCircleList"/>
    <dgm:cxn modelId="{E1DCF5AF-27CE-483A-9E46-BBC9C4BA13B9}" type="presParOf" srcId="{06248EF1-1E19-48B8-8529-F97C8F8A568D}" destId="{E5BA26E8-4AF3-436B-98A0-4D8F3351DED2}" srcOrd="2" destOrd="0" presId="urn:microsoft.com/office/officeart/2018/2/layout/IconCircleList"/>
    <dgm:cxn modelId="{C0C17D8F-3D44-42D7-8B64-4AF25E1CB647}" type="presParOf" srcId="{06248EF1-1E19-48B8-8529-F97C8F8A568D}" destId="{53A6F0F9-EA6E-4353-8B79-17ADEFD3C042}" srcOrd="3" destOrd="0" presId="urn:microsoft.com/office/officeart/2018/2/layout/IconCircleList"/>
    <dgm:cxn modelId="{8A7D04C9-62E0-4C46-B0DD-1199215EAD49}" type="presParOf" srcId="{4FC1DBF4-EFF7-4824-838E-F3212B907F10}" destId="{2DD9C13E-482B-443C-9F30-68416ED1BC5A}" srcOrd="1" destOrd="0" presId="urn:microsoft.com/office/officeart/2018/2/layout/IconCircleList"/>
    <dgm:cxn modelId="{04D6CF10-E5FF-47B3-9A35-2705CFA67540}" type="presParOf" srcId="{4FC1DBF4-EFF7-4824-838E-F3212B907F10}" destId="{CFD0CC98-E698-4CA6-AE04-03275273E46B}" srcOrd="2" destOrd="0" presId="urn:microsoft.com/office/officeart/2018/2/layout/IconCircleList"/>
    <dgm:cxn modelId="{53CFC97C-380B-4244-B3FA-92FC33A816AD}" type="presParOf" srcId="{CFD0CC98-E698-4CA6-AE04-03275273E46B}" destId="{52945532-4D0E-4A42-AFCC-9F2780655FA8}" srcOrd="0" destOrd="0" presId="urn:microsoft.com/office/officeart/2018/2/layout/IconCircleList"/>
    <dgm:cxn modelId="{FEF5492F-C13C-4D75-9A42-B9B5E412448B}" type="presParOf" srcId="{CFD0CC98-E698-4CA6-AE04-03275273E46B}" destId="{B3E1B79D-04EB-43A0-BA2A-C452246017CA}" srcOrd="1" destOrd="0" presId="urn:microsoft.com/office/officeart/2018/2/layout/IconCircleList"/>
    <dgm:cxn modelId="{1F45A9EE-35E8-4777-8A2B-127F917CFC3E}" type="presParOf" srcId="{CFD0CC98-E698-4CA6-AE04-03275273E46B}" destId="{C31A6F5A-BF72-4E07-A1B0-20C84A39A9C8}" srcOrd="2" destOrd="0" presId="urn:microsoft.com/office/officeart/2018/2/layout/IconCircleList"/>
    <dgm:cxn modelId="{02D191E5-12FD-4B81-A00A-66F723EA6E04}" type="presParOf" srcId="{CFD0CC98-E698-4CA6-AE04-03275273E46B}" destId="{AE8B7C78-FA24-4234-8110-E6665DAB46DC}" srcOrd="3" destOrd="0" presId="urn:microsoft.com/office/officeart/2018/2/layout/IconCircleList"/>
    <dgm:cxn modelId="{E50AF45D-16D7-4B9C-BBB4-17F67C46DEC6}" type="presParOf" srcId="{4FC1DBF4-EFF7-4824-838E-F3212B907F10}" destId="{2B8075D6-BCC4-440B-91E3-2201E6FF7E16}" srcOrd="3" destOrd="0" presId="urn:microsoft.com/office/officeart/2018/2/layout/IconCircleList"/>
    <dgm:cxn modelId="{AC8DDD1C-9654-4C19-92F7-9921E4F352B6}" type="presParOf" srcId="{4FC1DBF4-EFF7-4824-838E-F3212B907F10}" destId="{9934F6AB-EDB3-44F6-AE15-20831DB7EDF8}" srcOrd="4" destOrd="0" presId="urn:microsoft.com/office/officeart/2018/2/layout/IconCircleList"/>
    <dgm:cxn modelId="{F81AC0EE-1C99-4296-878F-2A3924844ADA}" type="presParOf" srcId="{9934F6AB-EDB3-44F6-AE15-20831DB7EDF8}" destId="{BAD7A230-F1EC-4C6A-80A2-438C5474875B}" srcOrd="0" destOrd="0" presId="urn:microsoft.com/office/officeart/2018/2/layout/IconCircleList"/>
    <dgm:cxn modelId="{C725FEF9-31A7-42B8-BBF3-6B009FAA9F9F}" type="presParOf" srcId="{9934F6AB-EDB3-44F6-AE15-20831DB7EDF8}" destId="{E92E7F33-FF3A-4A19-A3B8-9F924A69D859}" srcOrd="1" destOrd="0" presId="urn:microsoft.com/office/officeart/2018/2/layout/IconCircleList"/>
    <dgm:cxn modelId="{2C48B11C-FB5B-4819-B1B4-A76BD92E1090}" type="presParOf" srcId="{9934F6AB-EDB3-44F6-AE15-20831DB7EDF8}" destId="{4B8D09C6-D686-46A6-AF92-C1FB72733690}" srcOrd="2" destOrd="0" presId="urn:microsoft.com/office/officeart/2018/2/layout/IconCircleList"/>
    <dgm:cxn modelId="{8A762D91-82DC-41C8-8BE3-2E6493656A9C}" type="presParOf" srcId="{9934F6AB-EDB3-44F6-AE15-20831DB7EDF8}" destId="{F60A4869-D9AD-4E3D-B229-F0274C8DBFB6}" srcOrd="3" destOrd="0" presId="urn:microsoft.com/office/officeart/2018/2/layout/IconCircleList"/>
    <dgm:cxn modelId="{897C25DD-D450-4943-8C66-B60A4758EF91}" type="presParOf" srcId="{4FC1DBF4-EFF7-4824-838E-F3212B907F10}" destId="{BE6CC7F3-6C3A-40B5-A9A2-C54FC1E95150}" srcOrd="5" destOrd="0" presId="urn:microsoft.com/office/officeart/2018/2/layout/IconCircleList"/>
    <dgm:cxn modelId="{00FE0F17-15FB-42B4-AF58-C578E0A08A02}" type="presParOf" srcId="{4FC1DBF4-EFF7-4824-838E-F3212B907F10}" destId="{4311EEDC-BA27-4270-9186-9131DF5FBFFD}" srcOrd="6" destOrd="0" presId="urn:microsoft.com/office/officeart/2018/2/layout/IconCircleList"/>
    <dgm:cxn modelId="{BDB0800D-01EA-45B8-97EA-FF119AAEC1D5}" type="presParOf" srcId="{4311EEDC-BA27-4270-9186-9131DF5FBFFD}" destId="{BBFC21C5-6BDD-4EA1-8473-C9B72A532417}" srcOrd="0" destOrd="0" presId="urn:microsoft.com/office/officeart/2018/2/layout/IconCircleList"/>
    <dgm:cxn modelId="{2D4C92EE-533D-4964-B56A-DE0AD375BFEA}" type="presParOf" srcId="{4311EEDC-BA27-4270-9186-9131DF5FBFFD}" destId="{5C6649E1-7345-4F7D-9E37-E3124D0AF362}" srcOrd="1" destOrd="0" presId="urn:microsoft.com/office/officeart/2018/2/layout/IconCircleList"/>
    <dgm:cxn modelId="{66DFA2BA-EF6D-468D-9F03-C9ADBF2A64AD}" type="presParOf" srcId="{4311EEDC-BA27-4270-9186-9131DF5FBFFD}" destId="{A97A01C7-21A1-46B7-923D-AFDE99AE7C68}" srcOrd="2" destOrd="0" presId="urn:microsoft.com/office/officeart/2018/2/layout/IconCircleList"/>
    <dgm:cxn modelId="{AC1DACA1-C1A4-4935-A258-5050D8E7138F}" type="presParOf" srcId="{4311EEDC-BA27-4270-9186-9131DF5FBFFD}" destId="{AAA970FB-A119-4878-9E73-BBEE04865926}"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42A3269-2FC4-4FEE-B1F8-ED2A56A138FC}"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B6956DF7-0D5C-4C99-8116-D6267247F631}">
      <dgm:prSet/>
      <dgm:spPr/>
      <dgm:t>
        <a:bodyPr/>
        <a:lstStyle/>
        <a:p>
          <a:r>
            <a:rPr lang="en-US" dirty="0"/>
            <a:t>How do wellbeing scores vary across different health conditions and demographic subgroups?</a:t>
          </a:r>
        </a:p>
      </dgm:t>
    </dgm:pt>
    <dgm:pt modelId="{F19BEE3C-366A-4157-84B2-CD5425221263}" type="parTrans" cxnId="{9962C3CB-B821-4271-872C-AFC0FC81DC5B}">
      <dgm:prSet/>
      <dgm:spPr/>
      <dgm:t>
        <a:bodyPr/>
        <a:lstStyle/>
        <a:p>
          <a:endParaRPr lang="en-US"/>
        </a:p>
      </dgm:t>
    </dgm:pt>
    <dgm:pt modelId="{91051E53-B390-4F7A-8AB0-4B1F3A50B95F}" type="sibTrans" cxnId="{9962C3CB-B821-4271-872C-AFC0FC81DC5B}">
      <dgm:prSet/>
      <dgm:spPr/>
      <dgm:t>
        <a:bodyPr/>
        <a:lstStyle/>
        <a:p>
          <a:endParaRPr lang="en-US"/>
        </a:p>
      </dgm:t>
    </dgm:pt>
    <dgm:pt modelId="{6F6C4716-1E88-43DF-8627-DB80312526CB}">
      <dgm:prSet/>
      <dgm:spPr/>
      <dgm:t>
        <a:bodyPr/>
        <a:lstStyle/>
        <a:p>
          <a:r>
            <a:rPr lang="en-US"/>
            <a:t>What are the conceptual similarities and differences across the instruments?</a:t>
          </a:r>
        </a:p>
      </dgm:t>
    </dgm:pt>
    <dgm:pt modelId="{4CADC88E-E9B4-4F53-9906-5C0C776BCD09}" type="parTrans" cxnId="{62DF0272-6232-4872-89BA-E983E3B8D511}">
      <dgm:prSet/>
      <dgm:spPr/>
      <dgm:t>
        <a:bodyPr/>
        <a:lstStyle/>
        <a:p>
          <a:endParaRPr lang="en-US"/>
        </a:p>
      </dgm:t>
    </dgm:pt>
    <dgm:pt modelId="{202BE7AE-9BCB-48E7-8C77-2E8F6A7965F1}" type="sibTrans" cxnId="{62DF0272-6232-4872-89BA-E983E3B8D511}">
      <dgm:prSet/>
      <dgm:spPr/>
      <dgm:t>
        <a:bodyPr/>
        <a:lstStyle/>
        <a:p>
          <a:endParaRPr lang="en-US"/>
        </a:p>
      </dgm:t>
    </dgm:pt>
    <dgm:pt modelId="{0CF44EC8-008B-481F-A26D-693A3876093E}">
      <dgm:prSet/>
      <dgm:spPr/>
      <dgm:t>
        <a:bodyPr/>
        <a:lstStyle/>
        <a:p>
          <a:r>
            <a:rPr lang="en-US"/>
            <a:t>Are the instruments able to distinguish individuals with different severity levels across clinical conditions?</a:t>
          </a:r>
        </a:p>
      </dgm:t>
    </dgm:pt>
    <dgm:pt modelId="{4F38EAAA-02BB-452F-AB45-AE56DC5066E2}" type="parTrans" cxnId="{32A06E4B-B7DA-4C22-BFA3-41C1AE82DB6B}">
      <dgm:prSet/>
      <dgm:spPr/>
      <dgm:t>
        <a:bodyPr/>
        <a:lstStyle/>
        <a:p>
          <a:endParaRPr lang="en-US"/>
        </a:p>
      </dgm:t>
    </dgm:pt>
    <dgm:pt modelId="{02BBE2EE-F7EE-4D9A-9216-CE30382E2BA4}" type="sibTrans" cxnId="{32A06E4B-B7DA-4C22-BFA3-41C1AE82DB6B}">
      <dgm:prSet/>
      <dgm:spPr/>
      <dgm:t>
        <a:bodyPr/>
        <a:lstStyle/>
        <a:p>
          <a:endParaRPr lang="en-US"/>
        </a:p>
      </dgm:t>
    </dgm:pt>
    <dgm:pt modelId="{5FE41118-E500-4CFC-8F6A-F06463277320}">
      <dgm:prSet/>
      <dgm:spPr/>
      <dgm:t>
        <a:bodyPr/>
        <a:lstStyle/>
        <a:p>
          <a:r>
            <a:rPr lang="en-US"/>
            <a:t>Do the instruments provide reliable measurement of wellbeing over time?</a:t>
          </a:r>
        </a:p>
      </dgm:t>
    </dgm:pt>
    <dgm:pt modelId="{2767CAAF-BA0B-4C82-806D-AE1AB1E02301}" type="parTrans" cxnId="{64871ECE-4E7C-4842-AFE3-49AB68079941}">
      <dgm:prSet/>
      <dgm:spPr/>
      <dgm:t>
        <a:bodyPr/>
        <a:lstStyle/>
        <a:p>
          <a:endParaRPr lang="en-US"/>
        </a:p>
      </dgm:t>
    </dgm:pt>
    <dgm:pt modelId="{5CD5AF26-6B1C-4CD2-810E-46CEA5D3371F}" type="sibTrans" cxnId="{64871ECE-4E7C-4842-AFE3-49AB68079941}">
      <dgm:prSet/>
      <dgm:spPr/>
      <dgm:t>
        <a:bodyPr/>
        <a:lstStyle/>
        <a:p>
          <a:endParaRPr lang="en-US"/>
        </a:p>
      </dgm:t>
    </dgm:pt>
    <dgm:pt modelId="{BDDA09F7-FCF2-4952-A76C-73C9D1613491}">
      <dgm:prSet/>
      <dgm:spPr/>
      <dgm:t>
        <a:bodyPr/>
        <a:lstStyle/>
        <a:p>
          <a:r>
            <a:rPr lang="en-US"/>
            <a:t>How responsive are the well-being instruments to changes in health or well-being over time? </a:t>
          </a:r>
        </a:p>
      </dgm:t>
    </dgm:pt>
    <dgm:pt modelId="{64745ADA-960E-4C44-8308-4FF42F3240FB}" type="parTrans" cxnId="{39A50D11-4BB2-4EE5-A722-3A5415F3E707}">
      <dgm:prSet/>
      <dgm:spPr/>
      <dgm:t>
        <a:bodyPr/>
        <a:lstStyle/>
        <a:p>
          <a:endParaRPr lang="en-US"/>
        </a:p>
      </dgm:t>
    </dgm:pt>
    <dgm:pt modelId="{B009C230-1968-492C-9476-FC919D7DF7A4}" type="sibTrans" cxnId="{39A50D11-4BB2-4EE5-A722-3A5415F3E707}">
      <dgm:prSet/>
      <dgm:spPr/>
      <dgm:t>
        <a:bodyPr/>
        <a:lstStyle/>
        <a:p>
          <a:endParaRPr lang="en-US"/>
        </a:p>
      </dgm:t>
    </dgm:pt>
    <dgm:pt modelId="{4933814F-FF27-4ED0-9A36-736359AF4732}" type="pres">
      <dgm:prSet presAssocID="{842A3269-2FC4-4FEE-B1F8-ED2A56A138FC}" presName="root" presStyleCnt="0">
        <dgm:presLayoutVars>
          <dgm:dir/>
          <dgm:resizeHandles val="exact"/>
        </dgm:presLayoutVars>
      </dgm:prSet>
      <dgm:spPr/>
    </dgm:pt>
    <dgm:pt modelId="{3424B7ED-45E0-479D-8A02-85A424FC09CB}" type="pres">
      <dgm:prSet presAssocID="{B6956DF7-0D5C-4C99-8116-D6267247F631}" presName="compNode" presStyleCnt="0"/>
      <dgm:spPr/>
    </dgm:pt>
    <dgm:pt modelId="{2E4B17B8-7BFD-45DE-B39F-EC0F9092F9F3}" type="pres">
      <dgm:prSet presAssocID="{B6956DF7-0D5C-4C99-8116-D6267247F631}" presName="bgRect" presStyleLbl="bgShp" presStyleIdx="0" presStyleCnt="5"/>
      <dgm:spPr/>
    </dgm:pt>
    <dgm:pt modelId="{9075A1F4-FB67-467D-BE3F-DCEE0F9A8284}" type="pres">
      <dgm:prSet presAssocID="{B6956DF7-0D5C-4C99-8116-D6267247F631}" presName="iconRect" presStyleLbl="node1" presStyleIdx="0"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Group"/>
        </a:ext>
      </dgm:extLst>
    </dgm:pt>
    <dgm:pt modelId="{C44270E8-3DCC-480A-9B5F-E34D4E14FC20}" type="pres">
      <dgm:prSet presAssocID="{B6956DF7-0D5C-4C99-8116-D6267247F631}" presName="spaceRect" presStyleCnt="0"/>
      <dgm:spPr/>
    </dgm:pt>
    <dgm:pt modelId="{8CD178C5-FDFB-4126-AF63-01DA5E2EE334}" type="pres">
      <dgm:prSet presAssocID="{B6956DF7-0D5C-4C99-8116-D6267247F631}" presName="parTx" presStyleLbl="revTx" presStyleIdx="0" presStyleCnt="5">
        <dgm:presLayoutVars>
          <dgm:chMax val="0"/>
          <dgm:chPref val="0"/>
        </dgm:presLayoutVars>
      </dgm:prSet>
      <dgm:spPr/>
    </dgm:pt>
    <dgm:pt modelId="{604BD2E8-EE12-43F0-B5A4-41216F90A85B}" type="pres">
      <dgm:prSet presAssocID="{91051E53-B390-4F7A-8AB0-4B1F3A50B95F}" presName="sibTrans" presStyleCnt="0"/>
      <dgm:spPr/>
    </dgm:pt>
    <dgm:pt modelId="{7A241C8E-D20B-418B-82A2-EB578B5FC00E}" type="pres">
      <dgm:prSet presAssocID="{6F6C4716-1E88-43DF-8627-DB80312526CB}" presName="compNode" presStyleCnt="0"/>
      <dgm:spPr/>
    </dgm:pt>
    <dgm:pt modelId="{31CFD08F-748B-4423-9533-285C23F6AE8B}" type="pres">
      <dgm:prSet presAssocID="{6F6C4716-1E88-43DF-8627-DB80312526CB}" presName="bgRect" presStyleLbl="bgShp" presStyleIdx="1" presStyleCnt="5"/>
      <dgm:spPr/>
    </dgm:pt>
    <dgm:pt modelId="{6C86F1DE-F0CE-45BC-97F1-5D8B74EFD23C}" type="pres">
      <dgm:prSet presAssocID="{6F6C4716-1E88-43DF-8627-DB80312526CB}" presName="iconRect" presStyleLbl="node1" presStyleIdx="1" presStyleCnt="5"/>
      <dgm:spPr>
        <a:blipFill>
          <a:blip xmlns:r="http://schemas.openxmlformats.org/officeDocument/2006/relationships">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Thought bubble with solid fill"/>
        </a:ext>
      </dgm:extLst>
    </dgm:pt>
    <dgm:pt modelId="{52098B95-3BF0-4C93-8272-C95C9B2030AB}" type="pres">
      <dgm:prSet presAssocID="{6F6C4716-1E88-43DF-8627-DB80312526CB}" presName="spaceRect" presStyleCnt="0"/>
      <dgm:spPr/>
    </dgm:pt>
    <dgm:pt modelId="{CD47AAA4-5934-423A-B90E-2ED981CD6600}" type="pres">
      <dgm:prSet presAssocID="{6F6C4716-1E88-43DF-8627-DB80312526CB}" presName="parTx" presStyleLbl="revTx" presStyleIdx="1" presStyleCnt="5">
        <dgm:presLayoutVars>
          <dgm:chMax val="0"/>
          <dgm:chPref val="0"/>
        </dgm:presLayoutVars>
      </dgm:prSet>
      <dgm:spPr/>
    </dgm:pt>
    <dgm:pt modelId="{9B6DAE09-DB12-4F78-87FB-66B110F7921C}" type="pres">
      <dgm:prSet presAssocID="{202BE7AE-9BCB-48E7-8C77-2E8F6A7965F1}" presName="sibTrans" presStyleCnt="0"/>
      <dgm:spPr/>
    </dgm:pt>
    <dgm:pt modelId="{C909F73D-8445-44D3-886F-298D5BF8FE5A}" type="pres">
      <dgm:prSet presAssocID="{0CF44EC8-008B-481F-A26D-693A3876093E}" presName="compNode" presStyleCnt="0"/>
      <dgm:spPr/>
    </dgm:pt>
    <dgm:pt modelId="{93EC1B9B-1012-4DAE-B800-168D754E31F0}" type="pres">
      <dgm:prSet presAssocID="{0CF44EC8-008B-481F-A26D-693A3876093E}" presName="bgRect" presStyleLbl="bgShp" presStyleIdx="2" presStyleCnt="5"/>
      <dgm:spPr/>
    </dgm:pt>
    <dgm:pt modelId="{F36B13DE-C5E0-4558-A4F1-9ABFE8D457FD}" type="pres">
      <dgm:prSet presAssocID="{0CF44EC8-008B-481F-A26D-693A3876093E}" presName="iconRect" presStyleLbl="node1" presStyleIdx="2" presStyleCnt="5"/>
      <dgm:spPr>
        <a:blipFill>
          <a:blip xmlns:r="http://schemas.openxmlformats.org/officeDocument/2006/relationships">
            <a:extLst>
              <a:ext uri="{96DAC541-7B7A-43D3-8B79-37D633B846F1}">
                <asvg:svgBlip xmlns:asvg="http://schemas.microsoft.com/office/drawing/2016/SVG/main" r:embed="rId3"/>
              </a:ext>
            </a:extLst>
          </a:blip>
          <a:srcRect/>
          <a:stretch>
            <a:fillRect/>
          </a:stretch>
        </a:blipFill>
        <a:ln>
          <a:noFill/>
        </a:ln>
      </dgm:spPr>
      <dgm:extLst>
        <a:ext uri="{E40237B7-FDA0-4F09-8148-C483321AD2D9}">
          <dgm14:cNvPr xmlns:dgm14="http://schemas.microsoft.com/office/drawing/2010/diagram" id="0" name="" descr="Heartbeat with solid fill"/>
        </a:ext>
      </dgm:extLst>
    </dgm:pt>
    <dgm:pt modelId="{84ED9B5E-3E77-4AB0-A0E1-E3F0D6D7FB75}" type="pres">
      <dgm:prSet presAssocID="{0CF44EC8-008B-481F-A26D-693A3876093E}" presName="spaceRect" presStyleCnt="0"/>
      <dgm:spPr/>
    </dgm:pt>
    <dgm:pt modelId="{B73AAE0E-64D1-4871-BE90-237E38BB787E}" type="pres">
      <dgm:prSet presAssocID="{0CF44EC8-008B-481F-A26D-693A3876093E}" presName="parTx" presStyleLbl="revTx" presStyleIdx="2" presStyleCnt="5">
        <dgm:presLayoutVars>
          <dgm:chMax val="0"/>
          <dgm:chPref val="0"/>
        </dgm:presLayoutVars>
      </dgm:prSet>
      <dgm:spPr/>
    </dgm:pt>
    <dgm:pt modelId="{1DB269DC-2A34-46CD-8409-1525F82176C8}" type="pres">
      <dgm:prSet presAssocID="{02BBE2EE-F7EE-4D9A-9216-CE30382E2BA4}" presName="sibTrans" presStyleCnt="0"/>
      <dgm:spPr/>
    </dgm:pt>
    <dgm:pt modelId="{351631DB-C348-4B71-8173-D7F7E96ED35D}" type="pres">
      <dgm:prSet presAssocID="{5FE41118-E500-4CFC-8F6A-F06463277320}" presName="compNode" presStyleCnt="0"/>
      <dgm:spPr/>
    </dgm:pt>
    <dgm:pt modelId="{EE923D9E-8604-4DE8-AE6F-443DACA437AC}" type="pres">
      <dgm:prSet presAssocID="{5FE41118-E500-4CFC-8F6A-F06463277320}" presName="bgRect" presStyleLbl="bgShp" presStyleIdx="3" presStyleCnt="5"/>
      <dgm:spPr/>
    </dgm:pt>
    <dgm:pt modelId="{B72BE64B-A1A5-406E-8B39-8CEA2C1EC9A5}" type="pres">
      <dgm:prSet presAssocID="{5FE41118-E500-4CFC-8F6A-F06463277320}" presName="iconRect" presStyleLbl="node1" presStyleIdx="3"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Ruler"/>
        </a:ext>
      </dgm:extLst>
    </dgm:pt>
    <dgm:pt modelId="{B2AADB19-1E89-4237-B310-B30FCAB4CC5B}" type="pres">
      <dgm:prSet presAssocID="{5FE41118-E500-4CFC-8F6A-F06463277320}" presName="spaceRect" presStyleCnt="0"/>
      <dgm:spPr/>
    </dgm:pt>
    <dgm:pt modelId="{DBA7F5B2-BCDB-4DE7-9F46-5DFE8550708D}" type="pres">
      <dgm:prSet presAssocID="{5FE41118-E500-4CFC-8F6A-F06463277320}" presName="parTx" presStyleLbl="revTx" presStyleIdx="3" presStyleCnt="5">
        <dgm:presLayoutVars>
          <dgm:chMax val="0"/>
          <dgm:chPref val="0"/>
        </dgm:presLayoutVars>
      </dgm:prSet>
      <dgm:spPr/>
    </dgm:pt>
    <dgm:pt modelId="{97BD9A68-ED86-4949-86CA-0CC98A35052C}" type="pres">
      <dgm:prSet presAssocID="{5CD5AF26-6B1C-4CD2-810E-46CEA5D3371F}" presName="sibTrans" presStyleCnt="0"/>
      <dgm:spPr/>
    </dgm:pt>
    <dgm:pt modelId="{B4C122C3-CF0F-4385-B398-B8C0540D6C18}" type="pres">
      <dgm:prSet presAssocID="{BDDA09F7-FCF2-4952-A76C-73C9D1613491}" presName="compNode" presStyleCnt="0"/>
      <dgm:spPr/>
    </dgm:pt>
    <dgm:pt modelId="{85250C6E-1612-4029-B2E2-DB7511313F72}" type="pres">
      <dgm:prSet presAssocID="{BDDA09F7-FCF2-4952-A76C-73C9D1613491}" presName="bgRect" presStyleLbl="bgShp" presStyleIdx="4" presStyleCnt="5"/>
      <dgm:spPr/>
    </dgm:pt>
    <dgm:pt modelId="{EE0DA126-5AA3-4D5C-9A94-2320ABBA407A}" type="pres">
      <dgm:prSet presAssocID="{BDDA09F7-FCF2-4952-A76C-73C9D1613491}" presName="iconRect" presStyleLbl="node1" presStyleIdx="4" presStyleCnt="5"/>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Heart with Pulse"/>
        </a:ext>
      </dgm:extLst>
    </dgm:pt>
    <dgm:pt modelId="{37D6A423-C6DC-42F0-9C62-E9E222DC63FE}" type="pres">
      <dgm:prSet presAssocID="{BDDA09F7-FCF2-4952-A76C-73C9D1613491}" presName="spaceRect" presStyleCnt="0"/>
      <dgm:spPr/>
    </dgm:pt>
    <dgm:pt modelId="{47EB535F-6EBF-4811-A713-ED1E7DC8E17B}" type="pres">
      <dgm:prSet presAssocID="{BDDA09F7-FCF2-4952-A76C-73C9D1613491}" presName="parTx" presStyleLbl="revTx" presStyleIdx="4" presStyleCnt="5">
        <dgm:presLayoutVars>
          <dgm:chMax val="0"/>
          <dgm:chPref val="0"/>
        </dgm:presLayoutVars>
      </dgm:prSet>
      <dgm:spPr/>
    </dgm:pt>
  </dgm:ptLst>
  <dgm:cxnLst>
    <dgm:cxn modelId="{39A50D11-4BB2-4EE5-A722-3A5415F3E707}" srcId="{842A3269-2FC4-4FEE-B1F8-ED2A56A138FC}" destId="{BDDA09F7-FCF2-4952-A76C-73C9D1613491}" srcOrd="4" destOrd="0" parTransId="{64745ADA-960E-4C44-8308-4FF42F3240FB}" sibTransId="{B009C230-1968-492C-9476-FC919D7DF7A4}"/>
    <dgm:cxn modelId="{0E73C52A-5480-4A7E-99DB-D39AF8134E33}" type="presOf" srcId="{0CF44EC8-008B-481F-A26D-693A3876093E}" destId="{B73AAE0E-64D1-4871-BE90-237E38BB787E}" srcOrd="0" destOrd="0" presId="urn:microsoft.com/office/officeart/2018/2/layout/IconVerticalSolidList"/>
    <dgm:cxn modelId="{CD736F2D-B1E0-44DB-8BBC-5788BF972702}" type="presOf" srcId="{6F6C4716-1E88-43DF-8627-DB80312526CB}" destId="{CD47AAA4-5934-423A-B90E-2ED981CD6600}" srcOrd="0" destOrd="0" presId="urn:microsoft.com/office/officeart/2018/2/layout/IconVerticalSolidList"/>
    <dgm:cxn modelId="{32A06E4B-B7DA-4C22-BFA3-41C1AE82DB6B}" srcId="{842A3269-2FC4-4FEE-B1F8-ED2A56A138FC}" destId="{0CF44EC8-008B-481F-A26D-693A3876093E}" srcOrd="2" destOrd="0" parTransId="{4F38EAAA-02BB-452F-AB45-AE56DC5066E2}" sibTransId="{02BBE2EE-F7EE-4D9A-9216-CE30382E2BA4}"/>
    <dgm:cxn modelId="{62DF0272-6232-4872-89BA-E983E3B8D511}" srcId="{842A3269-2FC4-4FEE-B1F8-ED2A56A138FC}" destId="{6F6C4716-1E88-43DF-8627-DB80312526CB}" srcOrd="1" destOrd="0" parTransId="{4CADC88E-E9B4-4F53-9906-5C0C776BCD09}" sibTransId="{202BE7AE-9BCB-48E7-8C77-2E8F6A7965F1}"/>
    <dgm:cxn modelId="{53F92B7E-ACAB-4336-B648-F285879EEE34}" type="presOf" srcId="{842A3269-2FC4-4FEE-B1F8-ED2A56A138FC}" destId="{4933814F-FF27-4ED0-9A36-736359AF4732}" srcOrd="0" destOrd="0" presId="urn:microsoft.com/office/officeart/2018/2/layout/IconVerticalSolidList"/>
    <dgm:cxn modelId="{E219509B-5EB7-4F47-8326-95E0C038B39F}" type="presOf" srcId="{BDDA09F7-FCF2-4952-A76C-73C9D1613491}" destId="{47EB535F-6EBF-4811-A713-ED1E7DC8E17B}" srcOrd="0" destOrd="0" presId="urn:microsoft.com/office/officeart/2018/2/layout/IconVerticalSolidList"/>
    <dgm:cxn modelId="{BBC349B0-DE86-4264-AA3B-847E7C1FB8D3}" type="presOf" srcId="{B6956DF7-0D5C-4C99-8116-D6267247F631}" destId="{8CD178C5-FDFB-4126-AF63-01DA5E2EE334}" srcOrd="0" destOrd="0" presId="urn:microsoft.com/office/officeart/2018/2/layout/IconVerticalSolidList"/>
    <dgm:cxn modelId="{9962C3CB-B821-4271-872C-AFC0FC81DC5B}" srcId="{842A3269-2FC4-4FEE-B1F8-ED2A56A138FC}" destId="{B6956DF7-0D5C-4C99-8116-D6267247F631}" srcOrd="0" destOrd="0" parTransId="{F19BEE3C-366A-4157-84B2-CD5425221263}" sibTransId="{91051E53-B390-4F7A-8AB0-4B1F3A50B95F}"/>
    <dgm:cxn modelId="{64871ECE-4E7C-4842-AFE3-49AB68079941}" srcId="{842A3269-2FC4-4FEE-B1F8-ED2A56A138FC}" destId="{5FE41118-E500-4CFC-8F6A-F06463277320}" srcOrd="3" destOrd="0" parTransId="{2767CAAF-BA0B-4C82-806D-AE1AB1E02301}" sibTransId="{5CD5AF26-6B1C-4CD2-810E-46CEA5D3371F}"/>
    <dgm:cxn modelId="{6D0D90E9-773B-409B-8D8F-FD19AA03CE8D}" type="presOf" srcId="{5FE41118-E500-4CFC-8F6A-F06463277320}" destId="{DBA7F5B2-BCDB-4DE7-9F46-5DFE8550708D}" srcOrd="0" destOrd="0" presId="urn:microsoft.com/office/officeart/2018/2/layout/IconVerticalSolidList"/>
    <dgm:cxn modelId="{744E86C1-41A8-44BA-8AD8-D713B37EC39C}" type="presParOf" srcId="{4933814F-FF27-4ED0-9A36-736359AF4732}" destId="{3424B7ED-45E0-479D-8A02-85A424FC09CB}" srcOrd="0" destOrd="0" presId="urn:microsoft.com/office/officeart/2018/2/layout/IconVerticalSolidList"/>
    <dgm:cxn modelId="{D6B863DA-A4AA-45EB-B5E1-A7A06D26F622}" type="presParOf" srcId="{3424B7ED-45E0-479D-8A02-85A424FC09CB}" destId="{2E4B17B8-7BFD-45DE-B39F-EC0F9092F9F3}" srcOrd="0" destOrd="0" presId="urn:microsoft.com/office/officeart/2018/2/layout/IconVerticalSolidList"/>
    <dgm:cxn modelId="{20238520-7A62-4E8C-868B-99636ED8F4FB}" type="presParOf" srcId="{3424B7ED-45E0-479D-8A02-85A424FC09CB}" destId="{9075A1F4-FB67-467D-BE3F-DCEE0F9A8284}" srcOrd="1" destOrd="0" presId="urn:microsoft.com/office/officeart/2018/2/layout/IconVerticalSolidList"/>
    <dgm:cxn modelId="{661E226F-AA9C-4060-AADB-8FEFBD9BBBFE}" type="presParOf" srcId="{3424B7ED-45E0-479D-8A02-85A424FC09CB}" destId="{C44270E8-3DCC-480A-9B5F-E34D4E14FC20}" srcOrd="2" destOrd="0" presId="urn:microsoft.com/office/officeart/2018/2/layout/IconVerticalSolidList"/>
    <dgm:cxn modelId="{28261637-B0A6-4881-93A1-4F8AF62F44B9}" type="presParOf" srcId="{3424B7ED-45E0-479D-8A02-85A424FC09CB}" destId="{8CD178C5-FDFB-4126-AF63-01DA5E2EE334}" srcOrd="3" destOrd="0" presId="urn:microsoft.com/office/officeart/2018/2/layout/IconVerticalSolidList"/>
    <dgm:cxn modelId="{AB59418F-7771-4DB3-936C-9F4B379E1D09}" type="presParOf" srcId="{4933814F-FF27-4ED0-9A36-736359AF4732}" destId="{604BD2E8-EE12-43F0-B5A4-41216F90A85B}" srcOrd="1" destOrd="0" presId="urn:microsoft.com/office/officeart/2018/2/layout/IconVerticalSolidList"/>
    <dgm:cxn modelId="{5AEDA052-5190-4319-86EA-B6D19C990F2E}" type="presParOf" srcId="{4933814F-FF27-4ED0-9A36-736359AF4732}" destId="{7A241C8E-D20B-418B-82A2-EB578B5FC00E}" srcOrd="2" destOrd="0" presId="urn:microsoft.com/office/officeart/2018/2/layout/IconVerticalSolidList"/>
    <dgm:cxn modelId="{DB9DE767-4B22-44D8-8EDB-0E98D1E96F80}" type="presParOf" srcId="{7A241C8E-D20B-418B-82A2-EB578B5FC00E}" destId="{31CFD08F-748B-4423-9533-285C23F6AE8B}" srcOrd="0" destOrd="0" presId="urn:microsoft.com/office/officeart/2018/2/layout/IconVerticalSolidList"/>
    <dgm:cxn modelId="{80A7908C-68F1-4C3F-B169-E8C340A27D8C}" type="presParOf" srcId="{7A241C8E-D20B-418B-82A2-EB578B5FC00E}" destId="{6C86F1DE-F0CE-45BC-97F1-5D8B74EFD23C}" srcOrd="1" destOrd="0" presId="urn:microsoft.com/office/officeart/2018/2/layout/IconVerticalSolidList"/>
    <dgm:cxn modelId="{C18D9CE7-C964-4D8C-91A0-1C2D55F22FBD}" type="presParOf" srcId="{7A241C8E-D20B-418B-82A2-EB578B5FC00E}" destId="{52098B95-3BF0-4C93-8272-C95C9B2030AB}" srcOrd="2" destOrd="0" presId="urn:microsoft.com/office/officeart/2018/2/layout/IconVerticalSolidList"/>
    <dgm:cxn modelId="{DABBC560-52CB-4009-A736-6E2D5C4158A7}" type="presParOf" srcId="{7A241C8E-D20B-418B-82A2-EB578B5FC00E}" destId="{CD47AAA4-5934-423A-B90E-2ED981CD6600}" srcOrd="3" destOrd="0" presId="urn:microsoft.com/office/officeart/2018/2/layout/IconVerticalSolidList"/>
    <dgm:cxn modelId="{688E2256-A20A-45AC-A892-AB43CB31245D}" type="presParOf" srcId="{4933814F-FF27-4ED0-9A36-736359AF4732}" destId="{9B6DAE09-DB12-4F78-87FB-66B110F7921C}" srcOrd="3" destOrd="0" presId="urn:microsoft.com/office/officeart/2018/2/layout/IconVerticalSolidList"/>
    <dgm:cxn modelId="{08A14200-B998-46D9-B739-9BCFCED1906F}" type="presParOf" srcId="{4933814F-FF27-4ED0-9A36-736359AF4732}" destId="{C909F73D-8445-44D3-886F-298D5BF8FE5A}" srcOrd="4" destOrd="0" presId="urn:microsoft.com/office/officeart/2018/2/layout/IconVerticalSolidList"/>
    <dgm:cxn modelId="{AC671B7B-19AA-4EED-81FF-1170859A344C}" type="presParOf" srcId="{C909F73D-8445-44D3-886F-298D5BF8FE5A}" destId="{93EC1B9B-1012-4DAE-B800-168D754E31F0}" srcOrd="0" destOrd="0" presId="urn:microsoft.com/office/officeart/2018/2/layout/IconVerticalSolidList"/>
    <dgm:cxn modelId="{C4ACF6FF-A95C-441A-9C4B-788A4BE1AC53}" type="presParOf" srcId="{C909F73D-8445-44D3-886F-298D5BF8FE5A}" destId="{F36B13DE-C5E0-4558-A4F1-9ABFE8D457FD}" srcOrd="1" destOrd="0" presId="urn:microsoft.com/office/officeart/2018/2/layout/IconVerticalSolidList"/>
    <dgm:cxn modelId="{0D5F2613-5043-42A8-9C94-129F631DB636}" type="presParOf" srcId="{C909F73D-8445-44D3-886F-298D5BF8FE5A}" destId="{84ED9B5E-3E77-4AB0-A0E1-E3F0D6D7FB75}" srcOrd="2" destOrd="0" presId="urn:microsoft.com/office/officeart/2018/2/layout/IconVerticalSolidList"/>
    <dgm:cxn modelId="{9D65F024-5E3E-4F8C-91EF-3659E6E4466A}" type="presParOf" srcId="{C909F73D-8445-44D3-886F-298D5BF8FE5A}" destId="{B73AAE0E-64D1-4871-BE90-237E38BB787E}" srcOrd="3" destOrd="0" presId="urn:microsoft.com/office/officeart/2018/2/layout/IconVerticalSolidList"/>
    <dgm:cxn modelId="{9AB34038-A565-45B9-ADA8-CBA4723DE4B9}" type="presParOf" srcId="{4933814F-FF27-4ED0-9A36-736359AF4732}" destId="{1DB269DC-2A34-46CD-8409-1525F82176C8}" srcOrd="5" destOrd="0" presId="urn:microsoft.com/office/officeart/2018/2/layout/IconVerticalSolidList"/>
    <dgm:cxn modelId="{673116E8-A212-43D8-A88E-2010307DB2D5}" type="presParOf" srcId="{4933814F-FF27-4ED0-9A36-736359AF4732}" destId="{351631DB-C348-4B71-8173-D7F7E96ED35D}" srcOrd="6" destOrd="0" presId="urn:microsoft.com/office/officeart/2018/2/layout/IconVerticalSolidList"/>
    <dgm:cxn modelId="{8B7A47DB-5A46-4DF2-B69F-F95EE01902DB}" type="presParOf" srcId="{351631DB-C348-4B71-8173-D7F7E96ED35D}" destId="{EE923D9E-8604-4DE8-AE6F-443DACA437AC}" srcOrd="0" destOrd="0" presId="urn:microsoft.com/office/officeart/2018/2/layout/IconVerticalSolidList"/>
    <dgm:cxn modelId="{1F119610-F74A-46E0-8A92-2FEE6EB182F0}" type="presParOf" srcId="{351631DB-C348-4B71-8173-D7F7E96ED35D}" destId="{B72BE64B-A1A5-406E-8B39-8CEA2C1EC9A5}" srcOrd="1" destOrd="0" presId="urn:microsoft.com/office/officeart/2018/2/layout/IconVerticalSolidList"/>
    <dgm:cxn modelId="{06307C9F-6499-4231-9AFC-2DEC29162D0D}" type="presParOf" srcId="{351631DB-C348-4B71-8173-D7F7E96ED35D}" destId="{B2AADB19-1E89-4237-B310-B30FCAB4CC5B}" srcOrd="2" destOrd="0" presId="urn:microsoft.com/office/officeart/2018/2/layout/IconVerticalSolidList"/>
    <dgm:cxn modelId="{EDC957A8-A127-432C-BB16-62F8F1DCF9B8}" type="presParOf" srcId="{351631DB-C348-4B71-8173-D7F7E96ED35D}" destId="{DBA7F5B2-BCDB-4DE7-9F46-5DFE8550708D}" srcOrd="3" destOrd="0" presId="urn:microsoft.com/office/officeart/2018/2/layout/IconVerticalSolidList"/>
    <dgm:cxn modelId="{AFFA90FA-557B-4A1D-87C7-67987B14F25A}" type="presParOf" srcId="{4933814F-FF27-4ED0-9A36-736359AF4732}" destId="{97BD9A68-ED86-4949-86CA-0CC98A35052C}" srcOrd="7" destOrd="0" presId="urn:microsoft.com/office/officeart/2018/2/layout/IconVerticalSolidList"/>
    <dgm:cxn modelId="{7A31FA97-3B99-42FB-A3DC-737BAA6986BE}" type="presParOf" srcId="{4933814F-FF27-4ED0-9A36-736359AF4732}" destId="{B4C122C3-CF0F-4385-B398-B8C0540D6C18}" srcOrd="8" destOrd="0" presId="urn:microsoft.com/office/officeart/2018/2/layout/IconVerticalSolidList"/>
    <dgm:cxn modelId="{CA54B0F6-2796-48EA-926A-0CF2065069A5}" type="presParOf" srcId="{B4C122C3-CF0F-4385-B398-B8C0540D6C18}" destId="{85250C6E-1612-4029-B2E2-DB7511313F72}" srcOrd="0" destOrd="0" presId="urn:microsoft.com/office/officeart/2018/2/layout/IconVerticalSolidList"/>
    <dgm:cxn modelId="{B590CB83-243A-4F9A-98CA-0A1DF8072555}" type="presParOf" srcId="{B4C122C3-CF0F-4385-B398-B8C0540D6C18}" destId="{EE0DA126-5AA3-4D5C-9A94-2320ABBA407A}" srcOrd="1" destOrd="0" presId="urn:microsoft.com/office/officeart/2018/2/layout/IconVerticalSolidList"/>
    <dgm:cxn modelId="{895FD33B-19A9-4489-B7A7-F0D5F29B975D}" type="presParOf" srcId="{B4C122C3-CF0F-4385-B398-B8C0540D6C18}" destId="{37D6A423-C6DC-42F0-9C62-E9E222DC63FE}" srcOrd="2" destOrd="0" presId="urn:microsoft.com/office/officeart/2018/2/layout/IconVerticalSolidList"/>
    <dgm:cxn modelId="{D910491F-ACE8-46E5-8F69-2FA4CB1ED70B}" type="presParOf" srcId="{B4C122C3-CF0F-4385-B398-B8C0540D6C18}" destId="{47EB535F-6EBF-4811-A713-ED1E7DC8E17B}"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4438CE0-5CE4-4C92-81C5-3BEE79083ABA}" type="doc">
      <dgm:prSet loTypeId="urn:microsoft.com/office/officeart/2018/5/layout/IconCircleLabelList" loCatId="icon" qsTypeId="urn:microsoft.com/office/officeart/2005/8/quickstyle/simple1" qsCatId="simple" csTypeId="urn:microsoft.com/office/officeart/2005/8/colors/accent1_2" csCatId="accent1" phldr="1"/>
      <dgm:spPr/>
      <dgm:t>
        <a:bodyPr/>
        <a:lstStyle/>
        <a:p>
          <a:endParaRPr lang="en-US"/>
        </a:p>
      </dgm:t>
    </dgm:pt>
    <dgm:pt modelId="{95A2AAB4-A17D-4018-B6C0-1393B38D9E63}">
      <dgm:prSet custT="1"/>
      <dgm:spPr/>
      <dgm:t>
        <a:bodyPr/>
        <a:lstStyle/>
        <a:p>
          <a:pPr>
            <a:defRPr cap="all"/>
          </a:pPr>
          <a:r>
            <a:rPr lang="en-US" sz="1400" b="1" i="0" cap="none" baseline="0" dirty="0"/>
            <a:t>Part 1</a:t>
          </a:r>
          <a:r>
            <a:rPr lang="en-US" sz="1400" b="0" i="0" cap="none" baseline="0" dirty="0"/>
            <a:t> involves an </a:t>
          </a:r>
          <a:r>
            <a:rPr lang="en-US" sz="1400" b="1" i="0" cap="none" baseline="0" dirty="0"/>
            <a:t>online survey </a:t>
          </a:r>
          <a:r>
            <a:rPr lang="en-US" sz="1400" b="0" i="0" cap="none" baseline="0" dirty="0"/>
            <a:t>with participants from the general population and with specific disease conditions </a:t>
          </a:r>
          <a:endParaRPr lang="en-US" sz="1400" cap="none" dirty="0"/>
        </a:p>
      </dgm:t>
    </dgm:pt>
    <dgm:pt modelId="{1A75A3C6-EC9D-4955-8819-3391C575EFA4}" type="parTrans" cxnId="{5416A61C-1BC3-4AEE-B5A3-C560048A2A2C}">
      <dgm:prSet/>
      <dgm:spPr/>
      <dgm:t>
        <a:bodyPr/>
        <a:lstStyle/>
        <a:p>
          <a:endParaRPr lang="en-US"/>
        </a:p>
      </dgm:t>
    </dgm:pt>
    <dgm:pt modelId="{A636B06A-7F45-42B6-9E80-5396A7BEE894}" type="sibTrans" cxnId="{5416A61C-1BC3-4AEE-B5A3-C560048A2A2C}">
      <dgm:prSet/>
      <dgm:spPr/>
      <dgm:t>
        <a:bodyPr/>
        <a:lstStyle/>
        <a:p>
          <a:endParaRPr lang="en-US"/>
        </a:p>
      </dgm:t>
    </dgm:pt>
    <dgm:pt modelId="{415D7E6E-31C4-446A-8BF2-35DC04E7890F}">
      <dgm:prSet/>
      <dgm:spPr/>
      <dgm:t>
        <a:bodyPr/>
        <a:lstStyle/>
        <a:p>
          <a:pPr>
            <a:defRPr cap="all"/>
          </a:pPr>
          <a:r>
            <a:rPr lang="en-US" b="1" i="0" cap="none" baseline="0" dirty="0"/>
            <a:t>Part 2</a:t>
          </a:r>
          <a:r>
            <a:rPr lang="en-US" b="0" i="0" cap="none" baseline="0" dirty="0"/>
            <a:t> focuses on </a:t>
          </a:r>
          <a:r>
            <a:rPr lang="en-US" b="1" i="0" cap="none" baseline="0" dirty="0"/>
            <a:t>three case studies </a:t>
          </a:r>
          <a:r>
            <a:rPr lang="en-US" b="0" i="0" cap="none" baseline="0" dirty="0"/>
            <a:t>in non-curative care aimed at improving WB in people with dementia or in the elderly</a:t>
          </a:r>
          <a:endParaRPr lang="en-US" cap="none" dirty="0"/>
        </a:p>
      </dgm:t>
    </dgm:pt>
    <dgm:pt modelId="{5360A646-6456-4E1D-8392-9710D9808F9A}" type="parTrans" cxnId="{26960F77-7F32-47C3-8117-C60FB53CF82E}">
      <dgm:prSet/>
      <dgm:spPr/>
      <dgm:t>
        <a:bodyPr/>
        <a:lstStyle/>
        <a:p>
          <a:endParaRPr lang="en-US"/>
        </a:p>
      </dgm:t>
    </dgm:pt>
    <dgm:pt modelId="{79AA52C9-CB5C-4A1E-80C2-BFA9B969081B}" type="sibTrans" cxnId="{26960F77-7F32-47C3-8117-C60FB53CF82E}">
      <dgm:prSet/>
      <dgm:spPr/>
      <dgm:t>
        <a:bodyPr/>
        <a:lstStyle/>
        <a:p>
          <a:endParaRPr lang="en-US"/>
        </a:p>
      </dgm:t>
    </dgm:pt>
    <dgm:pt modelId="{A2287180-AD15-4D82-BC85-0756CE3EB1C9}" type="pres">
      <dgm:prSet presAssocID="{34438CE0-5CE4-4C92-81C5-3BEE79083ABA}" presName="root" presStyleCnt="0">
        <dgm:presLayoutVars>
          <dgm:dir/>
          <dgm:resizeHandles val="exact"/>
        </dgm:presLayoutVars>
      </dgm:prSet>
      <dgm:spPr/>
    </dgm:pt>
    <dgm:pt modelId="{80498E95-EC20-49F7-9CEB-212DAF968FCA}" type="pres">
      <dgm:prSet presAssocID="{95A2AAB4-A17D-4018-B6C0-1393B38D9E63}" presName="compNode" presStyleCnt="0"/>
      <dgm:spPr/>
    </dgm:pt>
    <dgm:pt modelId="{92677B5C-D4AA-4576-AC36-3FBE76B70FFD}" type="pres">
      <dgm:prSet presAssocID="{95A2AAB4-A17D-4018-B6C0-1393B38D9E63}" presName="iconBgRect" presStyleLbl="bgShp" presStyleIdx="0" presStyleCnt="2"/>
      <dgm:spPr/>
    </dgm:pt>
    <dgm:pt modelId="{A307AD0F-1100-435F-A226-C41597E4E425}" type="pres">
      <dgm:prSet presAssocID="{95A2AAB4-A17D-4018-B6C0-1393B38D9E63}"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Group"/>
        </a:ext>
      </dgm:extLst>
    </dgm:pt>
    <dgm:pt modelId="{A6683AE8-58C2-4282-8AA9-381B6C554B91}" type="pres">
      <dgm:prSet presAssocID="{95A2AAB4-A17D-4018-B6C0-1393B38D9E63}" presName="spaceRect" presStyleCnt="0"/>
      <dgm:spPr/>
    </dgm:pt>
    <dgm:pt modelId="{10C9EDBA-54CA-4B85-A825-610049E117A5}" type="pres">
      <dgm:prSet presAssocID="{95A2AAB4-A17D-4018-B6C0-1393B38D9E63}" presName="textRect" presStyleLbl="revTx" presStyleIdx="0" presStyleCnt="2">
        <dgm:presLayoutVars>
          <dgm:chMax val="1"/>
          <dgm:chPref val="1"/>
        </dgm:presLayoutVars>
      </dgm:prSet>
      <dgm:spPr/>
    </dgm:pt>
    <dgm:pt modelId="{C9F569A6-A23C-441E-9CC5-022C3FE34645}" type="pres">
      <dgm:prSet presAssocID="{A636B06A-7F45-42B6-9E80-5396A7BEE894}" presName="sibTrans" presStyleCnt="0"/>
      <dgm:spPr/>
    </dgm:pt>
    <dgm:pt modelId="{1118794C-41FD-498B-820E-B77FB6A9F06C}" type="pres">
      <dgm:prSet presAssocID="{415D7E6E-31C4-446A-8BF2-35DC04E7890F}" presName="compNode" presStyleCnt="0"/>
      <dgm:spPr/>
    </dgm:pt>
    <dgm:pt modelId="{76135892-EA30-4D78-A1BD-C6FD931815A2}" type="pres">
      <dgm:prSet presAssocID="{415D7E6E-31C4-446A-8BF2-35DC04E7890F}" presName="iconBgRect" presStyleLbl="bgShp" presStyleIdx="1" presStyleCnt="2"/>
      <dgm:spPr/>
    </dgm:pt>
    <dgm:pt modelId="{B932AEC5-ACA0-4334-B77C-D3AABB8F1DD9}" type="pres">
      <dgm:prSet presAssocID="{415D7E6E-31C4-446A-8BF2-35DC04E7890F}"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octor"/>
        </a:ext>
      </dgm:extLst>
    </dgm:pt>
    <dgm:pt modelId="{111AE634-D718-43F8-980F-68BDAC452893}" type="pres">
      <dgm:prSet presAssocID="{415D7E6E-31C4-446A-8BF2-35DC04E7890F}" presName="spaceRect" presStyleCnt="0"/>
      <dgm:spPr/>
    </dgm:pt>
    <dgm:pt modelId="{138D4D57-8452-4763-B14C-D4B0FC42F410}" type="pres">
      <dgm:prSet presAssocID="{415D7E6E-31C4-446A-8BF2-35DC04E7890F}" presName="textRect" presStyleLbl="revTx" presStyleIdx="1" presStyleCnt="2" custScaleX="106476">
        <dgm:presLayoutVars>
          <dgm:chMax val="1"/>
          <dgm:chPref val="1"/>
        </dgm:presLayoutVars>
      </dgm:prSet>
      <dgm:spPr/>
    </dgm:pt>
  </dgm:ptLst>
  <dgm:cxnLst>
    <dgm:cxn modelId="{5416A61C-1BC3-4AEE-B5A3-C560048A2A2C}" srcId="{34438CE0-5CE4-4C92-81C5-3BEE79083ABA}" destId="{95A2AAB4-A17D-4018-B6C0-1393B38D9E63}" srcOrd="0" destOrd="0" parTransId="{1A75A3C6-EC9D-4955-8819-3391C575EFA4}" sibTransId="{A636B06A-7F45-42B6-9E80-5396A7BEE894}"/>
    <dgm:cxn modelId="{C2910757-0E85-4D9A-AEEF-7617F4893CC3}" type="presOf" srcId="{415D7E6E-31C4-446A-8BF2-35DC04E7890F}" destId="{138D4D57-8452-4763-B14C-D4B0FC42F410}" srcOrd="0" destOrd="0" presId="urn:microsoft.com/office/officeart/2018/5/layout/IconCircleLabelList"/>
    <dgm:cxn modelId="{26960F77-7F32-47C3-8117-C60FB53CF82E}" srcId="{34438CE0-5CE4-4C92-81C5-3BEE79083ABA}" destId="{415D7E6E-31C4-446A-8BF2-35DC04E7890F}" srcOrd="1" destOrd="0" parTransId="{5360A646-6456-4E1D-8392-9710D9808F9A}" sibTransId="{79AA52C9-CB5C-4A1E-80C2-BFA9B969081B}"/>
    <dgm:cxn modelId="{FE03DEB8-3E98-45E5-8153-86B0715A9C68}" type="presOf" srcId="{34438CE0-5CE4-4C92-81C5-3BEE79083ABA}" destId="{A2287180-AD15-4D82-BC85-0756CE3EB1C9}" srcOrd="0" destOrd="0" presId="urn:microsoft.com/office/officeart/2018/5/layout/IconCircleLabelList"/>
    <dgm:cxn modelId="{6D97B8EF-9BA4-4C38-BFF4-6F0A12B2EBC6}" type="presOf" srcId="{95A2AAB4-A17D-4018-B6C0-1393B38D9E63}" destId="{10C9EDBA-54CA-4B85-A825-610049E117A5}" srcOrd="0" destOrd="0" presId="urn:microsoft.com/office/officeart/2018/5/layout/IconCircleLabelList"/>
    <dgm:cxn modelId="{80535AC6-AF41-4BF8-8CFF-AB46D16728C9}" type="presParOf" srcId="{A2287180-AD15-4D82-BC85-0756CE3EB1C9}" destId="{80498E95-EC20-49F7-9CEB-212DAF968FCA}" srcOrd="0" destOrd="0" presId="urn:microsoft.com/office/officeart/2018/5/layout/IconCircleLabelList"/>
    <dgm:cxn modelId="{B734F31A-EEAF-4564-A122-F2BA11ED8773}" type="presParOf" srcId="{80498E95-EC20-49F7-9CEB-212DAF968FCA}" destId="{92677B5C-D4AA-4576-AC36-3FBE76B70FFD}" srcOrd="0" destOrd="0" presId="urn:microsoft.com/office/officeart/2018/5/layout/IconCircleLabelList"/>
    <dgm:cxn modelId="{29205D94-FE43-4B03-88A1-8B68C517DE95}" type="presParOf" srcId="{80498E95-EC20-49F7-9CEB-212DAF968FCA}" destId="{A307AD0F-1100-435F-A226-C41597E4E425}" srcOrd="1" destOrd="0" presId="urn:microsoft.com/office/officeart/2018/5/layout/IconCircleLabelList"/>
    <dgm:cxn modelId="{CE092723-B6FD-4876-9C61-3D19C73B724B}" type="presParOf" srcId="{80498E95-EC20-49F7-9CEB-212DAF968FCA}" destId="{A6683AE8-58C2-4282-8AA9-381B6C554B91}" srcOrd="2" destOrd="0" presId="urn:microsoft.com/office/officeart/2018/5/layout/IconCircleLabelList"/>
    <dgm:cxn modelId="{5C32DBFE-0AC2-4AD3-A751-6890F78FCEE5}" type="presParOf" srcId="{80498E95-EC20-49F7-9CEB-212DAF968FCA}" destId="{10C9EDBA-54CA-4B85-A825-610049E117A5}" srcOrd="3" destOrd="0" presId="urn:microsoft.com/office/officeart/2018/5/layout/IconCircleLabelList"/>
    <dgm:cxn modelId="{CE1C7D24-05E2-4102-9B67-9522399FB8E0}" type="presParOf" srcId="{A2287180-AD15-4D82-BC85-0756CE3EB1C9}" destId="{C9F569A6-A23C-441E-9CC5-022C3FE34645}" srcOrd="1" destOrd="0" presId="urn:microsoft.com/office/officeart/2018/5/layout/IconCircleLabelList"/>
    <dgm:cxn modelId="{71FD4707-4DA7-4B2E-B868-B1F73429C724}" type="presParOf" srcId="{A2287180-AD15-4D82-BC85-0756CE3EB1C9}" destId="{1118794C-41FD-498B-820E-B77FB6A9F06C}" srcOrd="2" destOrd="0" presId="urn:microsoft.com/office/officeart/2018/5/layout/IconCircleLabelList"/>
    <dgm:cxn modelId="{C0A81DF5-136E-45A1-8DBB-A89BA100BA69}" type="presParOf" srcId="{1118794C-41FD-498B-820E-B77FB6A9F06C}" destId="{76135892-EA30-4D78-A1BD-C6FD931815A2}" srcOrd="0" destOrd="0" presId="urn:microsoft.com/office/officeart/2018/5/layout/IconCircleLabelList"/>
    <dgm:cxn modelId="{52DCFEB3-1F1C-4A73-BD7D-79420C28DF6C}" type="presParOf" srcId="{1118794C-41FD-498B-820E-B77FB6A9F06C}" destId="{B932AEC5-ACA0-4334-B77C-D3AABB8F1DD9}" srcOrd="1" destOrd="0" presId="urn:microsoft.com/office/officeart/2018/5/layout/IconCircleLabelList"/>
    <dgm:cxn modelId="{5B6F9552-B442-4E26-A06C-2CE923059393}" type="presParOf" srcId="{1118794C-41FD-498B-820E-B77FB6A9F06C}" destId="{111AE634-D718-43F8-980F-68BDAC452893}" srcOrd="2" destOrd="0" presId="urn:microsoft.com/office/officeart/2018/5/layout/IconCircleLabelList"/>
    <dgm:cxn modelId="{AD52813F-9ED4-4159-8349-CA39D1551706}" type="presParOf" srcId="{1118794C-41FD-498B-820E-B77FB6A9F06C}" destId="{138D4D57-8452-4763-B14C-D4B0FC42F410}" srcOrd="3" destOrd="0" presId="urn:microsoft.com/office/officeart/2018/5/layout/IconCircle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08D8518F-32CD-4762-AAC2-0ABB92D7258A}" type="doc">
      <dgm:prSet loTypeId="urn:diagrams.loki3.com/BracketList" loCatId="list" qsTypeId="urn:microsoft.com/office/officeart/2005/8/quickstyle/simple1" qsCatId="simple" csTypeId="urn:microsoft.com/office/officeart/2005/8/colors/accent1_2" csCatId="accent1" phldr="1"/>
      <dgm:spPr/>
      <dgm:t>
        <a:bodyPr/>
        <a:lstStyle/>
        <a:p>
          <a:endParaRPr lang="en-US"/>
        </a:p>
      </dgm:t>
    </dgm:pt>
    <dgm:pt modelId="{3C5EE630-500A-42C3-B42D-F04B4812991F}">
      <dgm:prSet phldrT="[Text]"/>
      <dgm:spPr/>
      <dgm:t>
        <a:bodyPr/>
        <a:lstStyle/>
        <a:p>
          <a:r>
            <a:rPr lang="en-US" dirty="0"/>
            <a:t>Module A</a:t>
          </a:r>
        </a:p>
        <a:p>
          <a:r>
            <a:rPr lang="en-US" dirty="0"/>
            <a:t>Well-being measures</a:t>
          </a:r>
        </a:p>
      </dgm:t>
    </dgm:pt>
    <dgm:pt modelId="{C2767CC7-DBB6-4335-A8A7-135209540DEB}" type="parTrans" cxnId="{DD6585B8-F14A-43A1-A301-E1D1E5B47E28}">
      <dgm:prSet/>
      <dgm:spPr/>
      <dgm:t>
        <a:bodyPr/>
        <a:lstStyle/>
        <a:p>
          <a:endParaRPr lang="en-US"/>
        </a:p>
      </dgm:t>
    </dgm:pt>
    <dgm:pt modelId="{F0DAEA73-F38B-4248-BFEA-4285EE968425}" type="sibTrans" cxnId="{DD6585B8-F14A-43A1-A301-E1D1E5B47E28}">
      <dgm:prSet/>
      <dgm:spPr/>
      <dgm:t>
        <a:bodyPr/>
        <a:lstStyle/>
        <a:p>
          <a:endParaRPr lang="en-US"/>
        </a:p>
      </dgm:t>
    </dgm:pt>
    <dgm:pt modelId="{A81ADFE8-18C3-43D5-B115-4CC6BB62917D}">
      <dgm:prSet phldrT="[Text]"/>
      <dgm:spPr/>
      <dgm:t>
        <a:bodyPr/>
        <a:lstStyle/>
        <a:p>
          <a:r>
            <a:rPr lang="en-US" dirty="0"/>
            <a:t> EQ-HWB</a:t>
          </a:r>
        </a:p>
      </dgm:t>
    </dgm:pt>
    <dgm:pt modelId="{BBE2ED35-98D5-4F42-A26E-AAB5FBC0E6E3}" type="parTrans" cxnId="{50934036-A831-4C2B-BF94-A86FFA8B763D}">
      <dgm:prSet/>
      <dgm:spPr/>
      <dgm:t>
        <a:bodyPr/>
        <a:lstStyle/>
        <a:p>
          <a:endParaRPr lang="en-US"/>
        </a:p>
      </dgm:t>
    </dgm:pt>
    <dgm:pt modelId="{A3AA48A3-C845-47A6-8C7A-A267711B3365}" type="sibTrans" cxnId="{50934036-A831-4C2B-BF94-A86FFA8B763D}">
      <dgm:prSet/>
      <dgm:spPr/>
      <dgm:t>
        <a:bodyPr/>
        <a:lstStyle/>
        <a:p>
          <a:endParaRPr lang="en-US"/>
        </a:p>
      </dgm:t>
    </dgm:pt>
    <dgm:pt modelId="{B24E1440-060B-4C4F-8E58-6FC794B76A13}">
      <dgm:prSet phldrT="[Text]"/>
      <dgm:spPr/>
      <dgm:t>
        <a:bodyPr/>
        <a:lstStyle/>
        <a:p>
          <a:r>
            <a:rPr lang="en-US" dirty="0"/>
            <a:t> SWB-5D</a:t>
          </a:r>
        </a:p>
      </dgm:t>
    </dgm:pt>
    <dgm:pt modelId="{50F146D6-E92A-4969-939B-C73F550E61BE}" type="parTrans" cxnId="{05386E63-E559-42DF-AEA5-6E7D347968CC}">
      <dgm:prSet/>
      <dgm:spPr/>
      <dgm:t>
        <a:bodyPr/>
        <a:lstStyle/>
        <a:p>
          <a:endParaRPr lang="en-US"/>
        </a:p>
      </dgm:t>
    </dgm:pt>
    <dgm:pt modelId="{F1384F34-BAAC-4B2E-9CC1-E8D06EC3A0CE}" type="sibTrans" cxnId="{05386E63-E559-42DF-AEA5-6E7D347968CC}">
      <dgm:prSet/>
      <dgm:spPr/>
      <dgm:t>
        <a:bodyPr/>
        <a:lstStyle/>
        <a:p>
          <a:endParaRPr lang="en-US"/>
        </a:p>
      </dgm:t>
    </dgm:pt>
    <dgm:pt modelId="{4E20D7A1-5598-4538-9DAA-6B3B22DBD716}">
      <dgm:prSet phldrT="[Text]"/>
      <dgm:spPr/>
      <dgm:t>
        <a:bodyPr/>
        <a:lstStyle/>
        <a:p>
          <a:r>
            <a:rPr lang="en-US" dirty="0"/>
            <a:t>Module B</a:t>
          </a:r>
        </a:p>
        <a:p>
          <a:r>
            <a:rPr lang="en-US" dirty="0"/>
            <a:t>Clinical measures</a:t>
          </a:r>
        </a:p>
      </dgm:t>
    </dgm:pt>
    <dgm:pt modelId="{FE235C64-2033-4FD3-A9CC-0C3F3084BA6B}" type="parTrans" cxnId="{86B02C0D-295E-4A5A-9447-D7BDA931D9D6}">
      <dgm:prSet/>
      <dgm:spPr/>
      <dgm:t>
        <a:bodyPr/>
        <a:lstStyle/>
        <a:p>
          <a:endParaRPr lang="en-US"/>
        </a:p>
      </dgm:t>
    </dgm:pt>
    <dgm:pt modelId="{0DE5AB3F-8F90-4460-BA0D-AECF1C723844}" type="sibTrans" cxnId="{86B02C0D-295E-4A5A-9447-D7BDA931D9D6}">
      <dgm:prSet/>
      <dgm:spPr/>
      <dgm:t>
        <a:bodyPr/>
        <a:lstStyle/>
        <a:p>
          <a:endParaRPr lang="en-US"/>
        </a:p>
      </dgm:t>
    </dgm:pt>
    <dgm:pt modelId="{E8D281F6-F116-4886-AECC-18B359B8D64F}">
      <dgm:prSet phldrT="[Text]"/>
      <dgm:spPr/>
      <dgm:t>
        <a:bodyPr/>
        <a:lstStyle/>
        <a:p>
          <a:r>
            <a:rPr lang="en-US" dirty="0"/>
            <a:t> Disease-specific questionnaires</a:t>
          </a:r>
        </a:p>
      </dgm:t>
    </dgm:pt>
    <dgm:pt modelId="{C8CBF0AC-4137-4A83-9FA8-FC8D7625B583}" type="parTrans" cxnId="{8DE9AEE4-E4DB-4629-9712-A3EFFC108FE6}">
      <dgm:prSet/>
      <dgm:spPr/>
      <dgm:t>
        <a:bodyPr/>
        <a:lstStyle/>
        <a:p>
          <a:endParaRPr lang="en-US"/>
        </a:p>
      </dgm:t>
    </dgm:pt>
    <dgm:pt modelId="{FCB2EFCE-2E03-4CA0-A1CF-0CFF0C3EAAAF}" type="sibTrans" cxnId="{8DE9AEE4-E4DB-4629-9712-A3EFFC108FE6}">
      <dgm:prSet/>
      <dgm:spPr/>
      <dgm:t>
        <a:bodyPr/>
        <a:lstStyle/>
        <a:p>
          <a:endParaRPr lang="en-US"/>
        </a:p>
      </dgm:t>
    </dgm:pt>
    <dgm:pt modelId="{F1C979F3-02C3-485D-B5DF-DB39CA85402D}">
      <dgm:prSet phldrT="[Text]"/>
      <dgm:spPr/>
      <dgm:t>
        <a:bodyPr/>
        <a:lstStyle/>
        <a:p>
          <a:r>
            <a:rPr lang="en-US" dirty="0"/>
            <a:t>Module C</a:t>
          </a:r>
        </a:p>
        <a:p>
          <a:r>
            <a:rPr lang="en-US" dirty="0"/>
            <a:t>Generic well-being</a:t>
          </a:r>
        </a:p>
      </dgm:t>
    </dgm:pt>
    <dgm:pt modelId="{773DD392-94C9-41EF-B8D1-C9442AF9B801}" type="parTrans" cxnId="{E9967216-0F75-4D16-889E-547693CD5FE7}">
      <dgm:prSet/>
      <dgm:spPr/>
      <dgm:t>
        <a:bodyPr/>
        <a:lstStyle/>
        <a:p>
          <a:endParaRPr lang="en-US"/>
        </a:p>
      </dgm:t>
    </dgm:pt>
    <dgm:pt modelId="{5B01C31E-4F71-46E1-94C1-B9331DF3E429}" type="sibTrans" cxnId="{E9967216-0F75-4D16-889E-547693CD5FE7}">
      <dgm:prSet/>
      <dgm:spPr/>
      <dgm:t>
        <a:bodyPr/>
        <a:lstStyle/>
        <a:p>
          <a:endParaRPr lang="en-US"/>
        </a:p>
      </dgm:t>
    </dgm:pt>
    <dgm:pt modelId="{902BD23A-0FF7-477D-B915-A085F4E46DF3}">
      <dgm:prSet phldrT="[Text]"/>
      <dgm:spPr/>
      <dgm:t>
        <a:bodyPr/>
        <a:lstStyle/>
        <a:p>
          <a:r>
            <a:rPr lang="en-US" dirty="0"/>
            <a:t> EQ-5D</a:t>
          </a:r>
        </a:p>
      </dgm:t>
    </dgm:pt>
    <dgm:pt modelId="{653E8BB9-CA50-43E5-84BC-8D4159CE37D4}" type="parTrans" cxnId="{133081D9-9B35-4F2E-859A-41A1716CF62D}">
      <dgm:prSet/>
      <dgm:spPr/>
      <dgm:t>
        <a:bodyPr/>
        <a:lstStyle/>
        <a:p>
          <a:endParaRPr lang="en-US"/>
        </a:p>
      </dgm:t>
    </dgm:pt>
    <dgm:pt modelId="{CBFD87F5-0B15-4380-A9D8-72BBCDF1D8E1}" type="sibTrans" cxnId="{133081D9-9B35-4F2E-859A-41A1716CF62D}">
      <dgm:prSet/>
      <dgm:spPr/>
      <dgm:t>
        <a:bodyPr/>
        <a:lstStyle/>
        <a:p>
          <a:endParaRPr lang="en-US"/>
        </a:p>
      </dgm:t>
    </dgm:pt>
    <dgm:pt modelId="{7DF598F4-E4A4-494E-B7C7-D585EEFFB11F}">
      <dgm:prSet phldrT="[Text]"/>
      <dgm:spPr/>
      <dgm:t>
        <a:bodyPr/>
        <a:lstStyle/>
        <a:p>
          <a:r>
            <a:rPr lang="en-US" dirty="0"/>
            <a:t> WOOP</a:t>
          </a:r>
        </a:p>
      </dgm:t>
    </dgm:pt>
    <dgm:pt modelId="{A8B5E3B9-8439-4F72-8FCF-643A8713B8CC}" type="parTrans" cxnId="{59A3AA3D-F395-45E4-86CC-05CE6082FAF0}">
      <dgm:prSet/>
      <dgm:spPr/>
      <dgm:t>
        <a:bodyPr/>
        <a:lstStyle/>
        <a:p>
          <a:endParaRPr lang="en-US"/>
        </a:p>
      </dgm:t>
    </dgm:pt>
    <dgm:pt modelId="{8B18B7EA-0318-438A-80A5-F5DF6A808E5A}" type="sibTrans" cxnId="{59A3AA3D-F395-45E4-86CC-05CE6082FAF0}">
      <dgm:prSet/>
      <dgm:spPr/>
      <dgm:t>
        <a:bodyPr/>
        <a:lstStyle/>
        <a:p>
          <a:endParaRPr lang="en-US"/>
        </a:p>
      </dgm:t>
    </dgm:pt>
    <dgm:pt modelId="{096F967A-2409-480A-84E9-8E403EAC4816}">
      <dgm:prSet phldrT="[Text]"/>
      <dgm:spPr/>
      <dgm:t>
        <a:bodyPr/>
        <a:lstStyle/>
        <a:p>
          <a:r>
            <a:rPr lang="en-US" dirty="0"/>
            <a:t> WiX</a:t>
          </a:r>
        </a:p>
      </dgm:t>
    </dgm:pt>
    <dgm:pt modelId="{486869FE-471E-422B-A102-21CF3C2F1F5A}" type="parTrans" cxnId="{A3C11CD9-0E5A-4A60-8A7A-FF103CD9BCC8}">
      <dgm:prSet/>
      <dgm:spPr/>
      <dgm:t>
        <a:bodyPr/>
        <a:lstStyle/>
        <a:p>
          <a:endParaRPr lang="en-US"/>
        </a:p>
      </dgm:t>
    </dgm:pt>
    <dgm:pt modelId="{2052C95F-32F7-4CE4-A205-D82F97ECF5E3}" type="sibTrans" cxnId="{A3C11CD9-0E5A-4A60-8A7A-FF103CD9BCC8}">
      <dgm:prSet/>
      <dgm:spPr/>
      <dgm:t>
        <a:bodyPr/>
        <a:lstStyle/>
        <a:p>
          <a:endParaRPr lang="en-US"/>
        </a:p>
      </dgm:t>
    </dgm:pt>
    <dgm:pt modelId="{6CAC3663-EA27-4DC3-8E33-E00245DE9BA8}">
      <dgm:prSet phldrT="[Text]"/>
      <dgm:spPr/>
      <dgm:t>
        <a:bodyPr/>
        <a:lstStyle/>
        <a:p>
          <a:r>
            <a:rPr lang="en-US" dirty="0"/>
            <a:t> ASCOT</a:t>
          </a:r>
        </a:p>
      </dgm:t>
    </dgm:pt>
    <dgm:pt modelId="{3C029C27-1B0F-4D3F-B604-BF2B54E0BCA2}" type="parTrans" cxnId="{CD468D96-99B4-400C-B88B-E65F5B13ACB8}">
      <dgm:prSet/>
      <dgm:spPr/>
      <dgm:t>
        <a:bodyPr/>
        <a:lstStyle/>
        <a:p>
          <a:endParaRPr lang="en-US"/>
        </a:p>
      </dgm:t>
    </dgm:pt>
    <dgm:pt modelId="{DA9ABA16-2D58-4858-BCD2-4794B4542F3D}" type="sibTrans" cxnId="{CD468D96-99B4-400C-B88B-E65F5B13ACB8}">
      <dgm:prSet/>
      <dgm:spPr/>
      <dgm:t>
        <a:bodyPr/>
        <a:lstStyle/>
        <a:p>
          <a:endParaRPr lang="en-US"/>
        </a:p>
      </dgm:t>
    </dgm:pt>
    <dgm:pt modelId="{358430F8-BC62-4E36-820A-72E66470DE96}">
      <dgm:prSet phldrT="[Text]"/>
      <dgm:spPr/>
      <dgm:t>
        <a:bodyPr/>
        <a:lstStyle/>
        <a:p>
          <a:r>
            <a:rPr lang="en-US" dirty="0"/>
            <a:t> QOL-ACC</a:t>
          </a:r>
        </a:p>
      </dgm:t>
    </dgm:pt>
    <dgm:pt modelId="{BB760305-5A35-4088-B0B4-61AA6C785A84}" type="parTrans" cxnId="{29D53836-AEED-4393-A3F1-4A63BB0991AD}">
      <dgm:prSet/>
      <dgm:spPr/>
      <dgm:t>
        <a:bodyPr/>
        <a:lstStyle/>
        <a:p>
          <a:endParaRPr lang="en-US"/>
        </a:p>
      </dgm:t>
    </dgm:pt>
    <dgm:pt modelId="{91F042BD-342A-4D78-A047-3D2305F811AB}" type="sibTrans" cxnId="{29D53836-AEED-4393-A3F1-4A63BB0991AD}">
      <dgm:prSet/>
      <dgm:spPr/>
      <dgm:t>
        <a:bodyPr/>
        <a:lstStyle/>
        <a:p>
          <a:endParaRPr lang="en-US"/>
        </a:p>
      </dgm:t>
    </dgm:pt>
    <dgm:pt modelId="{E6265E96-B282-4E08-BD96-143321E2A110}">
      <dgm:prSet phldrT="[Text]"/>
      <dgm:spPr/>
      <dgm:t>
        <a:bodyPr/>
        <a:lstStyle/>
        <a:p>
          <a:r>
            <a:rPr lang="en-US" dirty="0"/>
            <a:t>Module D</a:t>
          </a:r>
        </a:p>
        <a:p>
          <a:r>
            <a:rPr lang="en-US" dirty="0"/>
            <a:t>General Health</a:t>
          </a:r>
        </a:p>
      </dgm:t>
    </dgm:pt>
    <dgm:pt modelId="{44A412A5-0DDC-40C5-989C-C46C76CE56B7}" type="parTrans" cxnId="{4059D923-B1FA-428B-A159-190B0D4BE27A}">
      <dgm:prSet/>
      <dgm:spPr/>
      <dgm:t>
        <a:bodyPr/>
        <a:lstStyle/>
        <a:p>
          <a:endParaRPr lang="en-US"/>
        </a:p>
      </dgm:t>
    </dgm:pt>
    <dgm:pt modelId="{61FB0916-BD04-48A9-9EB4-1F9887C7B1BE}" type="sibTrans" cxnId="{4059D923-B1FA-428B-A159-190B0D4BE27A}">
      <dgm:prSet/>
      <dgm:spPr/>
      <dgm:t>
        <a:bodyPr/>
        <a:lstStyle/>
        <a:p>
          <a:endParaRPr lang="en-US"/>
        </a:p>
      </dgm:t>
    </dgm:pt>
    <dgm:pt modelId="{13A29279-AE8C-4F2A-88DD-B700BDD73D3E}">
      <dgm:prSet/>
      <dgm:spPr/>
      <dgm:t>
        <a:bodyPr/>
        <a:lstStyle/>
        <a:p>
          <a:r>
            <a:rPr lang="en-US" dirty="0"/>
            <a:t> Hedonic</a:t>
          </a:r>
        </a:p>
      </dgm:t>
    </dgm:pt>
    <dgm:pt modelId="{A841D7F9-01FF-475E-8867-FE6849C720B5}" type="parTrans" cxnId="{B3D4DEDE-79FE-4C4F-824F-A653B772FBE8}">
      <dgm:prSet/>
      <dgm:spPr/>
      <dgm:t>
        <a:bodyPr/>
        <a:lstStyle/>
        <a:p>
          <a:endParaRPr lang="en-US"/>
        </a:p>
      </dgm:t>
    </dgm:pt>
    <dgm:pt modelId="{5C1FC38C-3223-4174-A2C8-9740AEA9C414}" type="sibTrans" cxnId="{B3D4DEDE-79FE-4C4F-824F-A653B772FBE8}">
      <dgm:prSet/>
      <dgm:spPr/>
      <dgm:t>
        <a:bodyPr/>
        <a:lstStyle/>
        <a:p>
          <a:endParaRPr lang="en-US"/>
        </a:p>
      </dgm:t>
    </dgm:pt>
    <dgm:pt modelId="{9D03181A-348D-41F2-BB48-66B17CC6A381}">
      <dgm:prSet/>
      <dgm:spPr/>
      <dgm:t>
        <a:bodyPr/>
        <a:lstStyle/>
        <a:p>
          <a:r>
            <a:rPr lang="en-US" dirty="0"/>
            <a:t> Eudaimonic</a:t>
          </a:r>
        </a:p>
      </dgm:t>
    </dgm:pt>
    <dgm:pt modelId="{6B178F1E-34B0-4E19-AFE0-2AA435DFC08B}" type="parTrans" cxnId="{8710E536-75BA-427B-8501-182FCA03A4F0}">
      <dgm:prSet/>
      <dgm:spPr/>
      <dgm:t>
        <a:bodyPr/>
        <a:lstStyle/>
        <a:p>
          <a:endParaRPr lang="en-US"/>
        </a:p>
      </dgm:t>
    </dgm:pt>
    <dgm:pt modelId="{A520E546-0F75-4A89-8720-48C3E95AD158}" type="sibTrans" cxnId="{8710E536-75BA-427B-8501-182FCA03A4F0}">
      <dgm:prSet/>
      <dgm:spPr/>
      <dgm:t>
        <a:bodyPr/>
        <a:lstStyle/>
        <a:p>
          <a:endParaRPr lang="en-US"/>
        </a:p>
      </dgm:t>
    </dgm:pt>
    <dgm:pt modelId="{EEF2D206-677E-4CF9-B09F-21873033F812}">
      <dgm:prSet/>
      <dgm:spPr/>
      <dgm:t>
        <a:bodyPr/>
        <a:lstStyle/>
        <a:p>
          <a:r>
            <a:rPr lang="en-US" dirty="0"/>
            <a:t> Affective</a:t>
          </a:r>
        </a:p>
      </dgm:t>
    </dgm:pt>
    <dgm:pt modelId="{E012B5C1-4D89-4D96-B63E-29611C2B3F76}" type="parTrans" cxnId="{B3AE361E-E4E6-443F-A7EA-B724FEA4EB52}">
      <dgm:prSet/>
      <dgm:spPr/>
      <dgm:t>
        <a:bodyPr/>
        <a:lstStyle/>
        <a:p>
          <a:endParaRPr lang="en-US"/>
        </a:p>
      </dgm:t>
    </dgm:pt>
    <dgm:pt modelId="{A6466AE0-EAD6-40F3-B929-E3B616E36A0E}" type="sibTrans" cxnId="{B3AE361E-E4E6-443F-A7EA-B724FEA4EB52}">
      <dgm:prSet/>
      <dgm:spPr/>
      <dgm:t>
        <a:bodyPr/>
        <a:lstStyle/>
        <a:p>
          <a:endParaRPr lang="en-US"/>
        </a:p>
      </dgm:t>
    </dgm:pt>
    <dgm:pt modelId="{C83DF064-A732-4FFA-91A1-E8FE92307F2F}">
      <dgm:prSet phldrT="[Text]"/>
      <dgm:spPr/>
      <dgm:t>
        <a:bodyPr/>
        <a:lstStyle/>
        <a:p>
          <a:r>
            <a:rPr lang="en-US" dirty="0"/>
            <a:t> Self-rated health</a:t>
          </a:r>
        </a:p>
      </dgm:t>
    </dgm:pt>
    <dgm:pt modelId="{9528F818-7543-4D19-9CB6-E3ED2C49A33D}" type="parTrans" cxnId="{3CE04EDB-DDCC-4141-913D-FCA0EC76801D}">
      <dgm:prSet/>
      <dgm:spPr/>
      <dgm:t>
        <a:bodyPr/>
        <a:lstStyle/>
        <a:p>
          <a:endParaRPr lang="en-US"/>
        </a:p>
      </dgm:t>
    </dgm:pt>
    <dgm:pt modelId="{058CF57C-EB94-4D45-B6DA-A8B0A6A7E426}" type="sibTrans" cxnId="{3CE04EDB-DDCC-4141-913D-FCA0EC76801D}">
      <dgm:prSet/>
      <dgm:spPr/>
      <dgm:t>
        <a:bodyPr/>
        <a:lstStyle/>
        <a:p>
          <a:endParaRPr lang="en-US"/>
        </a:p>
      </dgm:t>
    </dgm:pt>
    <dgm:pt modelId="{BDDA5BFD-FB15-45FF-9700-71EE91F445E0}">
      <dgm:prSet phldrT="[Text]"/>
      <dgm:spPr/>
      <dgm:t>
        <a:bodyPr/>
        <a:lstStyle/>
        <a:p>
          <a:r>
            <a:rPr lang="en-US" dirty="0"/>
            <a:t>Module E</a:t>
          </a:r>
          <a:br>
            <a:rPr lang="en-US" dirty="0"/>
          </a:br>
          <a:r>
            <a:rPr lang="en-US" dirty="0"/>
            <a:t>Demographics</a:t>
          </a:r>
        </a:p>
      </dgm:t>
    </dgm:pt>
    <dgm:pt modelId="{36742222-9ABC-431A-8660-8223DFE7270F}" type="parTrans" cxnId="{1BE737D3-D77E-4709-A2B6-27E6AB7D3CDA}">
      <dgm:prSet/>
      <dgm:spPr/>
      <dgm:t>
        <a:bodyPr/>
        <a:lstStyle/>
        <a:p>
          <a:endParaRPr lang="en-US"/>
        </a:p>
      </dgm:t>
    </dgm:pt>
    <dgm:pt modelId="{48BD01AD-55BF-4175-BC3D-0FF4F4C12E28}" type="sibTrans" cxnId="{1BE737D3-D77E-4709-A2B6-27E6AB7D3CDA}">
      <dgm:prSet/>
      <dgm:spPr/>
      <dgm:t>
        <a:bodyPr/>
        <a:lstStyle/>
        <a:p>
          <a:endParaRPr lang="en-US"/>
        </a:p>
      </dgm:t>
    </dgm:pt>
    <dgm:pt modelId="{D7CA204E-16BE-43D5-8281-432468A0C4C3}">
      <dgm:prSet phldrT="[Text]"/>
      <dgm:spPr/>
      <dgm:t>
        <a:bodyPr/>
        <a:lstStyle/>
        <a:p>
          <a:r>
            <a:rPr lang="en-US" dirty="0"/>
            <a:t> E.g., age, gender, education, relationship, employment, income, carers, living situation</a:t>
          </a:r>
        </a:p>
      </dgm:t>
    </dgm:pt>
    <dgm:pt modelId="{A1F61978-F18A-4493-9FBE-F643625BC155}" type="parTrans" cxnId="{33B930E1-D88D-4865-9479-22565E38C27E}">
      <dgm:prSet/>
      <dgm:spPr/>
      <dgm:t>
        <a:bodyPr/>
        <a:lstStyle/>
        <a:p>
          <a:endParaRPr lang="en-US"/>
        </a:p>
      </dgm:t>
    </dgm:pt>
    <dgm:pt modelId="{125FE6D3-2C7F-4B2C-8F0D-A85AC05BA1E8}" type="sibTrans" cxnId="{33B930E1-D88D-4865-9479-22565E38C27E}">
      <dgm:prSet/>
      <dgm:spPr/>
      <dgm:t>
        <a:bodyPr/>
        <a:lstStyle/>
        <a:p>
          <a:endParaRPr lang="en-US"/>
        </a:p>
      </dgm:t>
    </dgm:pt>
    <dgm:pt modelId="{4DA3728C-8FD8-46E9-B65D-2E4E8E6FF9A0}">
      <dgm:prSet phldrT="[Text]"/>
      <dgm:spPr/>
      <dgm:t>
        <a:bodyPr/>
        <a:lstStyle/>
        <a:p>
          <a:r>
            <a:rPr lang="en-US" dirty="0"/>
            <a:t> ICECAP (A for adults, O for older respondents)</a:t>
          </a:r>
        </a:p>
      </dgm:t>
    </dgm:pt>
    <dgm:pt modelId="{82B71690-C6DD-41E2-B09E-2D7EAFD04EB3}" type="parTrans" cxnId="{77CCF03B-2848-40B2-86EE-8B6A6E0DC360}">
      <dgm:prSet/>
      <dgm:spPr/>
      <dgm:t>
        <a:bodyPr/>
        <a:lstStyle/>
        <a:p>
          <a:endParaRPr lang="LID4096"/>
        </a:p>
      </dgm:t>
    </dgm:pt>
    <dgm:pt modelId="{60FFADCA-FD14-4369-A5EA-35701E086752}" type="sibTrans" cxnId="{77CCF03B-2848-40B2-86EE-8B6A6E0DC360}">
      <dgm:prSet/>
      <dgm:spPr/>
      <dgm:t>
        <a:bodyPr/>
        <a:lstStyle/>
        <a:p>
          <a:endParaRPr lang="LID4096"/>
        </a:p>
      </dgm:t>
    </dgm:pt>
    <dgm:pt modelId="{243B64DC-0EA2-4339-8DAC-37FB973184E5}" type="pres">
      <dgm:prSet presAssocID="{08D8518F-32CD-4762-AAC2-0ABB92D7258A}" presName="Name0" presStyleCnt="0">
        <dgm:presLayoutVars>
          <dgm:dir/>
          <dgm:animLvl val="lvl"/>
          <dgm:resizeHandles val="exact"/>
        </dgm:presLayoutVars>
      </dgm:prSet>
      <dgm:spPr/>
    </dgm:pt>
    <dgm:pt modelId="{BA5E246D-FCBB-4F3A-ACFD-17755E94C44E}" type="pres">
      <dgm:prSet presAssocID="{3C5EE630-500A-42C3-B42D-F04B4812991F}" presName="linNode" presStyleCnt="0"/>
      <dgm:spPr/>
    </dgm:pt>
    <dgm:pt modelId="{F0537B87-0934-4662-AE18-1CD7F6461693}" type="pres">
      <dgm:prSet presAssocID="{3C5EE630-500A-42C3-B42D-F04B4812991F}" presName="parTx" presStyleLbl="revTx" presStyleIdx="0" presStyleCnt="5">
        <dgm:presLayoutVars>
          <dgm:chMax val="1"/>
          <dgm:bulletEnabled val="1"/>
        </dgm:presLayoutVars>
      </dgm:prSet>
      <dgm:spPr/>
    </dgm:pt>
    <dgm:pt modelId="{B760D8FD-0D30-41DE-9D03-028F09A445A0}" type="pres">
      <dgm:prSet presAssocID="{3C5EE630-500A-42C3-B42D-F04B4812991F}" presName="bracket" presStyleLbl="parChTrans1D1" presStyleIdx="0" presStyleCnt="5"/>
      <dgm:spPr/>
    </dgm:pt>
    <dgm:pt modelId="{04522299-1F96-4CC5-9B1F-5DC161683A81}" type="pres">
      <dgm:prSet presAssocID="{3C5EE630-500A-42C3-B42D-F04B4812991F}" presName="spH" presStyleCnt="0"/>
      <dgm:spPr/>
    </dgm:pt>
    <dgm:pt modelId="{64070B8A-6EE0-475C-90E3-DDFBA80364E4}" type="pres">
      <dgm:prSet presAssocID="{3C5EE630-500A-42C3-B42D-F04B4812991F}" presName="desTx" presStyleLbl="node1" presStyleIdx="0" presStyleCnt="5">
        <dgm:presLayoutVars>
          <dgm:bulletEnabled val="1"/>
        </dgm:presLayoutVars>
      </dgm:prSet>
      <dgm:spPr/>
    </dgm:pt>
    <dgm:pt modelId="{77452C6E-1969-43F1-B57A-F2DC441AE4E5}" type="pres">
      <dgm:prSet presAssocID="{F0DAEA73-F38B-4248-BFEA-4285EE968425}" presName="spV" presStyleCnt="0"/>
      <dgm:spPr/>
    </dgm:pt>
    <dgm:pt modelId="{00808910-E73C-4A0D-BC18-5A941C9F0A04}" type="pres">
      <dgm:prSet presAssocID="{4E20D7A1-5598-4538-9DAA-6B3B22DBD716}" presName="linNode" presStyleCnt="0"/>
      <dgm:spPr/>
    </dgm:pt>
    <dgm:pt modelId="{13924657-923B-45B5-A196-79AE026A1B97}" type="pres">
      <dgm:prSet presAssocID="{4E20D7A1-5598-4538-9DAA-6B3B22DBD716}" presName="parTx" presStyleLbl="revTx" presStyleIdx="1" presStyleCnt="5">
        <dgm:presLayoutVars>
          <dgm:chMax val="1"/>
          <dgm:bulletEnabled val="1"/>
        </dgm:presLayoutVars>
      </dgm:prSet>
      <dgm:spPr/>
    </dgm:pt>
    <dgm:pt modelId="{C53F47BE-FC39-49CA-A207-2733081C70E4}" type="pres">
      <dgm:prSet presAssocID="{4E20D7A1-5598-4538-9DAA-6B3B22DBD716}" presName="bracket" presStyleLbl="parChTrans1D1" presStyleIdx="1" presStyleCnt="5"/>
      <dgm:spPr/>
    </dgm:pt>
    <dgm:pt modelId="{033B0D44-154D-466C-8CCE-3EAC31AEC537}" type="pres">
      <dgm:prSet presAssocID="{4E20D7A1-5598-4538-9DAA-6B3B22DBD716}" presName="spH" presStyleCnt="0"/>
      <dgm:spPr/>
    </dgm:pt>
    <dgm:pt modelId="{53E4095A-E0E1-479E-A88C-6C6D51031650}" type="pres">
      <dgm:prSet presAssocID="{4E20D7A1-5598-4538-9DAA-6B3B22DBD716}" presName="desTx" presStyleLbl="node1" presStyleIdx="1" presStyleCnt="5">
        <dgm:presLayoutVars>
          <dgm:bulletEnabled val="1"/>
        </dgm:presLayoutVars>
      </dgm:prSet>
      <dgm:spPr/>
    </dgm:pt>
    <dgm:pt modelId="{9805AB18-C04A-4C62-B84D-CAE55E06902B}" type="pres">
      <dgm:prSet presAssocID="{0DE5AB3F-8F90-4460-BA0D-AECF1C723844}" presName="spV" presStyleCnt="0"/>
      <dgm:spPr/>
    </dgm:pt>
    <dgm:pt modelId="{F7DCF75C-5EDF-4FFC-96FA-84EC3F070A7D}" type="pres">
      <dgm:prSet presAssocID="{F1C979F3-02C3-485D-B5DF-DB39CA85402D}" presName="linNode" presStyleCnt="0"/>
      <dgm:spPr/>
    </dgm:pt>
    <dgm:pt modelId="{3316CFB0-B60E-4B13-B10C-6D0ED37FB0F2}" type="pres">
      <dgm:prSet presAssocID="{F1C979F3-02C3-485D-B5DF-DB39CA85402D}" presName="parTx" presStyleLbl="revTx" presStyleIdx="2" presStyleCnt="5">
        <dgm:presLayoutVars>
          <dgm:chMax val="1"/>
          <dgm:bulletEnabled val="1"/>
        </dgm:presLayoutVars>
      </dgm:prSet>
      <dgm:spPr/>
    </dgm:pt>
    <dgm:pt modelId="{0141BAF7-58E4-4355-A968-1864A4F7D4F9}" type="pres">
      <dgm:prSet presAssocID="{F1C979F3-02C3-485D-B5DF-DB39CA85402D}" presName="bracket" presStyleLbl="parChTrans1D1" presStyleIdx="2" presStyleCnt="5"/>
      <dgm:spPr/>
    </dgm:pt>
    <dgm:pt modelId="{21C31395-4B3B-4D45-86A2-216C02B346DB}" type="pres">
      <dgm:prSet presAssocID="{F1C979F3-02C3-485D-B5DF-DB39CA85402D}" presName="spH" presStyleCnt="0"/>
      <dgm:spPr/>
    </dgm:pt>
    <dgm:pt modelId="{D3F82EDF-3883-444E-B03B-5006F1584D24}" type="pres">
      <dgm:prSet presAssocID="{F1C979F3-02C3-485D-B5DF-DB39CA85402D}" presName="desTx" presStyleLbl="node1" presStyleIdx="2" presStyleCnt="5">
        <dgm:presLayoutVars>
          <dgm:bulletEnabled val="1"/>
        </dgm:presLayoutVars>
      </dgm:prSet>
      <dgm:spPr/>
    </dgm:pt>
    <dgm:pt modelId="{C6FE71E1-E397-4D68-8D75-7703E3A39585}" type="pres">
      <dgm:prSet presAssocID="{5B01C31E-4F71-46E1-94C1-B9331DF3E429}" presName="spV" presStyleCnt="0"/>
      <dgm:spPr/>
    </dgm:pt>
    <dgm:pt modelId="{BC07E776-1C77-4EEA-9D35-8006B177980A}" type="pres">
      <dgm:prSet presAssocID="{E6265E96-B282-4E08-BD96-143321E2A110}" presName="linNode" presStyleCnt="0"/>
      <dgm:spPr/>
    </dgm:pt>
    <dgm:pt modelId="{C5DF5B5A-1E20-41F0-836E-6705AFBB2012}" type="pres">
      <dgm:prSet presAssocID="{E6265E96-B282-4E08-BD96-143321E2A110}" presName="parTx" presStyleLbl="revTx" presStyleIdx="3" presStyleCnt="5">
        <dgm:presLayoutVars>
          <dgm:chMax val="1"/>
          <dgm:bulletEnabled val="1"/>
        </dgm:presLayoutVars>
      </dgm:prSet>
      <dgm:spPr/>
    </dgm:pt>
    <dgm:pt modelId="{38FA81DD-6AC4-4DA7-91FB-7E8BC0CE9B4A}" type="pres">
      <dgm:prSet presAssocID="{E6265E96-B282-4E08-BD96-143321E2A110}" presName="bracket" presStyleLbl="parChTrans1D1" presStyleIdx="3" presStyleCnt="5"/>
      <dgm:spPr/>
    </dgm:pt>
    <dgm:pt modelId="{76372F4A-F664-438F-BAEF-918847E61453}" type="pres">
      <dgm:prSet presAssocID="{E6265E96-B282-4E08-BD96-143321E2A110}" presName="spH" presStyleCnt="0"/>
      <dgm:spPr/>
    </dgm:pt>
    <dgm:pt modelId="{D50D6F78-E2A9-4816-A34A-9CFC3FF17C05}" type="pres">
      <dgm:prSet presAssocID="{E6265E96-B282-4E08-BD96-143321E2A110}" presName="desTx" presStyleLbl="node1" presStyleIdx="3" presStyleCnt="5">
        <dgm:presLayoutVars>
          <dgm:bulletEnabled val="1"/>
        </dgm:presLayoutVars>
      </dgm:prSet>
      <dgm:spPr/>
    </dgm:pt>
    <dgm:pt modelId="{75065B77-F39B-4348-B242-3E590074A19D}" type="pres">
      <dgm:prSet presAssocID="{61FB0916-BD04-48A9-9EB4-1F9887C7B1BE}" presName="spV" presStyleCnt="0"/>
      <dgm:spPr/>
    </dgm:pt>
    <dgm:pt modelId="{2F8E4B83-E73D-4208-A62F-98498486919F}" type="pres">
      <dgm:prSet presAssocID="{BDDA5BFD-FB15-45FF-9700-71EE91F445E0}" presName="linNode" presStyleCnt="0"/>
      <dgm:spPr/>
    </dgm:pt>
    <dgm:pt modelId="{AD39A0BA-1C2B-460C-9CB0-842B1D63A25D}" type="pres">
      <dgm:prSet presAssocID="{BDDA5BFD-FB15-45FF-9700-71EE91F445E0}" presName="parTx" presStyleLbl="revTx" presStyleIdx="4" presStyleCnt="5">
        <dgm:presLayoutVars>
          <dgm:chMax val="1"/>
          <dgm:bulletEnabled val="1"/>
        </dgm:presLayoutVars>
      </dgm:prSet>
      <dgm:spPr/>
    </dgm:pt>
    <dgm:pt modelId="{2BD72470-AFA0-4B81-A7C7-09E08C3EB1B1}" type="pres">
      <dgm:prSet presAssocID="{BDDA5BFD-FB15-45FF-9700-71EE91F445E0}" presName="bracket" presStyleLbl="parChTrans1D1" presStyleIdx="4" presStyleCnt="5"/>
      <dgm:spPr/>
    </dgm:pt>
    <dgm:pt modelId="{726788E6-FB61-405E-8BA8-BEDE083F8287}" type="pres">
      <dgm:prSet presAssocID="{BDDA5BFD-FB15-45FF-9700-71EE91F445E0}" presName="spH" presStyleCnt="0"/>
      <dgm:spPr/>
    </dgm:pt>
    <dgm:pt modelId="{DB420EF1-A6D3-4C0B-84B7-356EA97ABFC7}" type="pres">
      <dgm:prSet presAssocID="{BDDA5BFD-FB15-45FF-9700-71EE91F445E0}" presName="desTx" presStyleLbl="node1" presStyleIdx="4" presStyleCnt="5">
        <dgm:presLayoutVars>
          <dgm:bulletEnabled val="1"/>
        </dgm:presLayoutVars>
      </dgm:prSet>
      <dgm:spPr/>
    </dgm:pt>
  </dgm:ptLst>
  <dgm:cxnLst>
    <dgm:cxn modelId="{86B02C0D-295E-4A5A-9447-D7BDA931D9D6}" srcId="{08D8518F-32CD-4762-AAC2-0ABB92D7258A}" destId="{4E20D7A1-5598-4538-9DAA-6B3B22DBD716}" srcOrd="1" destOrd="0" parTransId="{FE235C64-2033-4FD3-A9CC-0C3F3084BA6B}" sibTransId="{0DE5AB3F-8F90-4460-BA0D-AECF1C723844}"/>
    <dgm:cxn modelId="{E9967216-0F75-4D16-889E-547693CD5FE7}" srcId="{08D8518F-32CD-4762-AAC2-0ABB92D7258A}" destId="{F1C979F3-02C3-485D-B5DF-DB39CA85402D}" srcOrd="2" destOrd="0" parTransId="{773DD392-94C9-41EF-B8D1-C9442AF9B801}" sibTransId="{5B01C31E-4F71-46E1-94C1-B9331DF3E429}"/>
    <dgm:cxn modelId="{24710E1A-B796-4804-AAC6-07ABB532C3EF}" type="presOf" srcId="{4E20D7A1-5598-4538-9DAA-6B3B22DBD716}" destId="{13924657-923B-45B5-A196-79AE026A1B97}" srcOrd="0" destOrd="0" presId="urn:diagrams.loki3.com/BracketList"/>
    <dgm:cxn modelId="{B3AE361E-E4E6-443F-A7EA-B724FEA4EB52}" srcId="{F1C979F3-02C3-485D-B5DF-DB39CA85402D}" destId="{EEF2D206-677E-4CF9-B09F-21873033F812}" srcOrd="2" destOrd="0" parTransId="{E012B5C1-4D89-4D96-B63E-29611C2B3F76}" sibTransId="{A6466AE0-EAD6-40F3-B929-E3B616E36A0E}"/>
    <dgm:cxn modelId="{4059D923-B1FA-428B-A159-190B0D4BE27A}" srcId="{08D8518F-32CD-4762-AAC2-0ABB92D7258A}" destId="{E6265E96-B282-4E08-BD96-143321E2A110}" srcOrd="3" destOrd="0" parTransId="{44A412A5-0DDC-40C5-989C-C46C76CE56B7}" sibTransId="{61FB0916-BD04-48A9-9EB4-1F9887C7B1BE}"/>
    <dgm:cxn modelId="{2678D52A-E232-46A7-84D8-5F6AED9A6297}" type="presOf" srcId="{902BD23A-0FF7-477D-B915-A085F4E46DF3}" destId="{D50D6F78-E2A9-4816-A34A-9CFC3FF17C05}" srcOrd="0" destOrd="0" presId="urn:diagrams.loki3.com/BracketList"/>
    <dgm:cxn modelId="{F70D4C30-C811-4ECD-8BCF-529638F144F0}" type="presOf" srcId="{A81ADFE8-18C3-43D5-B115-4CC6BB62917D}" destId="{64070B8A-6EE0-475C-90E3-DDFBA80364E4}" srcOrd="0" destOrd="0" presId="urn:diagrams.loki3.com/BracketList"/>
    <dgm:cxn modelId="{29D53836-AEED-4393-A3F1-4A63BB0991AD}" srcId="{3C5EE630-500A-42C3-B42D-F04B4812991F}" destId="{358430F8-BC62-4E36-820A-72E66470DE96}" srcOrd="6" destOrd="0" parTransId="{BB760305-5A35-4088-B0B4-61AA6C785A84}" sibTransId="{91F042BD-342A-4D78-A047-3D2305F811AB}"/>
    <dgm:cxn modelId="{50934036-A831-4C2B-BF94-A86FFA8B763D}" srcId="{3C5EE630-500A-42C3-B42D-F04B4812991F}" destId="{A81ADFE8-18C3-43D5-B115-4CC6BB62917D}" srcOrd="0" destOrd="0" parTransId="{BBE2ED35-98D5-4F42-A26E-AAB5FBC0E6E3}" sibTransId="{A3AA48A3-C845-47A6-8C7A-A267711B3365}"/>
    <dgm:cxn modelId="{8710E536-75BA-427B-8501-182FCA03A4F0}" srcId="{F1C979F3-02C3-485D-B5DF-DB39CA85402D}" destId="{9D03181A-348D-41F2-BB48-66B17CC6A381}" srcOrd="1" destOrd="0" parTransId="{6B178F1E-34B0-4E19-AFE0-2AA435DFC08B}" sibTransId="{A520E546-0F75-4A89-8720-48C3E95AD158}"/>
    <dgm:cxn modelId="{77CCF03B-2848-40B2-86EE-8B6A6E0DC360}" srcId="{3C5EE630-500A-42C3-B42D-F04B4812991F}" destId="{4DA3728C-8FD8-46E9-B65D-2E4E8E6FF9A0}" srcOrd="3" destOrd="0" parTransId="{82B71690-C6DD-41E2-B09E-2D7EAFD04EB3}" sibTransId="{60FFADCA-FD14-4369-A5EA-35701E086752}"/>
    <dgm:cxn modelId="{59A3AA3D-F395-45E4-86CC-05CE6082FAF0}" srcId="{3C5EE630-500A-42C3-B42D-F04B4812991F}" destId="{7DF598F4-E4A4-494E-B7C7-D585EEFFB11F}" srcOrd="2" destOrd="0" parTransId="{A8B5E3B9-8439-4F72-8FCF-643A8713B8CC}" sibTransId="{8B18B7EA-0318-438A-80A5-F5DF6A808E5A}"/>
    <dgm:cxn modelId="{05386E63-E559-42DF-AEA5-6E7D347968CC}" srcId="{3C5EE630-500A-42C3-B42D-F04B4812991F}" destId="{B24E1440-060B-4C4F-8E58-6FC794B76A13}" srcOrd="4" destOrd="0" parTransId="{50F146D6-E92A-4969-939B-C73F550E61BE}" sibTransId="{F1384F34-BAAC-4B2E-9CC1-E8D06EC3A0CE}"/>
    <dgm:cxn modelId="{125CDF48-A694-4174-95F6-04FB9F2E23E0}" type="presOf" srcId="{6CAC3663-EA27-4DC3-8E33-E00245DE9BA8}" destId="{64070B8A-6EE0-475C-90E3-DDFBA80364E4}" srcOrd="0" destOrd="5" presId="urn:diagrams.loki3.com/BracketList"/>
    <dgm:cxn modelId="{08636853-BE86-4296-B38F-7AF1D885A2A6}" type="presOf" srcId="{096F967A-2409-480A-84E9-8E403EAC4816}" destId="{64070B8A-6EE0-475C-90E3-DDFBA80364E4}" srcOrd="0" destOrd="1" presId="urn:diagrams.loki3.com/BracketList"/>
    <dgm:cxn modelId="{6BC1F554-E732-4470-A110-387C8F50531C}" type="presOf" srcId="{7DF598F4-E4A4-494E-B7C7-D585EEFFB11F}" destId="{64070B8A-6EE0-475C-90E3-DDFBA80364E4}" srcOrd="0" destOrd="2" presId="urn:diagrams.loki3.com/BracketList"/>
    <dgm:cxn modelId="{2D011E59-C83C-43B8-A940-C994E959C03B}" type="presOf" srcId="{B24E1440-060B-4C4F-8E58-6FC794B76A13}" destId="{64070B8A-6EE0-475C-90E3-DDFBA80364E4}" srcOrd="0" destOrd="4" presId="urn:diagrams.loki3.com/BracketList"/>
    <dgm:cxn modelId="{461DC78E-04CA-4089-B5F5-BAA8D0F25890}" type="presOf" srcId="{9D03181A-348D-41F2-BB48-66B17CC6A381}" destId="{D3F82EDF-3883-444E-B03B-5006F1584D24}" srcOrd="0" destOrd="1" presId="urn:diagrams.loki3.com/BracketList"/>
    <dgm:cxn modelId="{CD468D96-99B4-400C-B88B-E65F5B13ACB8}" srcId="{3C5EE630-500A-42C3-B42D-F04B4812991F}" destId="{6CAC3663-EA27-4DC3-8E33-E00245DE9BA8}" srcOrd="5" destOrd="0" parTransId="{3C029C27-1B0F-4D3F-B604-BF2B54E0BCA2}" sibTransId="{DA9ABA16-2D58-4858-BCD2-4794B4542F3D}"/>
    <dgm:cxn modelId="{E3EDAB96-2DE0-4BFD-BB81-50997A0D7B96}" type="presOf" srcId="{BDDA5BFD-FB15-45FF-9700-71EE91F445E0}" destId="{AD39A0BA-1C2B-460C-9CB0-842B1D63A25D}" srcOrd="0" destOrd="0" presId="urn:diagrams.loki3.com/BracketList"/>
    <dgm:cxn modelId="{D64F5F9D-D3CE-4321-ABB6-B149EF09C4C7}" type="presOf" srcId="{3C5EE630-500A-42C3-B42D-F04B4812991F}" destId="{F0537B87-0934-4662-AE18-1CD7F6461693}" srcOrd="0" destOrd="0" presId="urn:diagrams.loki3.com/BracketList"/>
    <dgm:cxn modelId="{8127A6A3-5AED-4DBD-8096-DFE2D2BA1AAF}" type="presOf" srcId="{358430F8-BC62-4E36-820A-72E66470DE96}" destId="{64070B8A-6EE0-475C-90E3-DDFBA80364E4}" srcOrd="0" destOrd="6" presId="urn:diagrams.loki3.com/BracketList"/>
    <dgm:cxn modelId="{9F5B11AA-4B32-4B8B-9702-83852B748ACA}" type="presOf" srcId="{EEF2D206-677E-4CF9-B09F-21873033F812}" destId="{D3F82EDF-3883-444E-B03B-5006F1584D24}" srcOrd="0" destOrd="2" presId="urn:diagrams.loki3.com/BracketList"/>
    <dgm:cxn modelId="{19A48FB0-F6D2-4D88-B5BF-E42545FE2474}" type="presOf" srcId="{4DA3728C-8FD8-46E9-B65D-2E4E8E6FF9A0}" destId="{64070B8A-6EE0-475C-90E3-DDFBA80364E4}" srcOrd="0" destOrd="3" presId="urn:diagrams.loki3.com/BracketList"/>
    <dgm:cxn modelId="{9AD4E0B4-5557-4D49-9997-41839828C592}" type="presOf" srcId="{13A29279-AE8C-4F2A-88DD-B700BDD73D3E}" destId="{D3F82EDF-3883-444E-B03B-5006F1584D24}" srcOrd="0" destOrd="0" presId="urn:diagrams.loki3.com/BracketList"/>
    <dgm:cxn modelId="{DD6585B8-F14A-43A1-A301-E1D1E5B47E28}" srcId="{08D8518F-32CD-4762-AAC2-0ABB92D7258A}" destId="{3C5EE630-500A-42C3-B42D-F04B4812991F}" srcOrd="0" destOrd="0" parTransId="{C2767CC7-DBB6-4335-A8A7-135209540DEB}" sibTransId="{F0DAEA73-F38B-4248-BFEA-4285EE968425}"/>
    <dgm:cxn modelId="{5BD945C0-BC23-4E4D-829E-4D154DAEF3B1}" type="presOf" srcId="{F1C979F3-02C3-485D-B5DF-DB39CA85402D}" destId="{3316CFB0-B60E-4B13-B10C-6D0ED37FB0F2}" srcOrd="0" destOrd="0" presId="urn:diagrams.loki3.com/BracketList"/>
    <dgm:cxn modelId="{0039E1C7-8C9E-4537-9451-63846935D120}" type="presOf" srcId="{E8D281F6-F116-4886-AECC-18B359B8D64F}" destId="{53E4095A-E0E1-479E-A88C-6C6D51031650}" srcOrd="0" destOrd="0" presId="urn:diagrams.loki3.com/BracketList"/>
    <dgm:cxn modelId="{861C9DCD-4BF6-46DE-81EF-77A844C3E110}" type="presOf" srcId="{D7CA204E-16BE-43D5-8281-432468A0C4C3}" destId="{DB420EF1-A6D3-4C0B-84B7-356EA97ABFC7}" srcOrd="0" destOrd="0" presId="urn:diagrams.loki3.com/BracketList"/>
    <dgm:cxn modelId="{BD4FFECD-C5CB-495F-B33D-FBBE1FD4F0BE}" type="presOf" srcId="{C83DF064-A732-4FFA-91A1-E8FE92307F2F}" destId="{D50D6F78-E2A9-4816-A34A-9CFC3FF17C05}" srcOrd="0" destOrd="1" presId="urn:diagrams.loki3.com/BracketList"/>
    <dgm:cxn modelId="{1BE737D3-D77E-4709-A2B6-27E6AB7D3CDA}" srcId="{08D8518F-32CD-4762-AAC2-0ABB92D7258A}" destId="{BDDA5BFD-FB15-45FF-9700-71EE91F445E0}" srcOrd="4" destOrd="0" parTransId="{36742222-9ABC-431A-8660-8223DFE7270F}" sibTransId="{48BD01AD-55BF-4175-BC3D-0FF4F4C12E28}"/>
    <dgm:cxn modelId="{A3C11CD9-0E5A-4A60-8A7A-FF103CD9BCC8}" srcId="{3C5EE630-500A-42C3-B42D-F04B4812991F}" destId="{096F967A-2409-480A-84E9-8E403EAC4816}" srcOrd="1" destOrd="0" parTransId="{486869FE-471E-422B-A102-21CF3C2F1F5A}" sibTransId="{2052C95F-32F7-4CE4-A205-D82F97ECF5E3}"/>
    <dgm:cxn modelId="{133081D9-9B35-4F2E-859A-41A1716CF62D}" srcId="{E6265E96-B282-4E08-BD96-143321E2A110}" destId="{902BD23A-0FF7-477D-B915-A085F4E46DF3}" srcOrd="0" destOrd="0" parTransId="{653E8BB9-CA50-43E5-84BC-8D4159CE37D4}" sibTransId="{CBFD87F5-0B15-4380-A9D8-72BBCDF1D8E1}"/>
    <dgm:cxn modelId="{3CE04EDB-DDCC-4141-913D-FCA0EC76801D}" srcId="{E6265E96-B282-4E08-BD96-143321E2A110}" destId="{C83DF064-A732-4FFA-91A1-E8FE92307F2F}" srcOrd="1" destOrd="0" parTransId="{9528F818-7543-4D19-9CB6-E3ED2C49A33D}" sibTransId="{058CF57C-EB94-4D45-B6DA-A8B0A6A7E426}"/>
    <dgm:cxn modelId="{B3D4DEDE-79FE-4C4F-824F-A653B772FBE8}" srcId="{F1C979F3-02C3-485D-B5DF-DB39CA85402D}" destId="{13A29279-AE8C-4F2A-88DD-B700BDD73D3E}" srcOrd="0" destOrd="0" parTransId="{A841D7F9-01FF-475E-8867-FE6849C720B5}" sibTransId="{5C1FC38C-3223-4174-A2C8-9740AEA9C414}"/>
    <dgm:cxn modelId="{33B930E1-D88D-4865-9479-22565E38C27E}" srcId="{BDDA5BFD-FB15-45FF-9700-71EE91F445E0}" destId="{D7CA204E-16BE-43D5-8281-432468A0C4C3}" srcOrd="0" destOrd="0" parTransId="{A1F61978-F18A-4493-9FBE-F643625BC155}" sibTransId="{125FE6D3-2C7F-4B2C-8F0D-A85AC05BA1E8}"/>
    <dgm:cxn modelId="{8DE9AEE4-E4DB-4629-9712-A3EFFC108FE6}" srcId="{4E20D7A1-5598-4538-9DAA-6B3B22DBD716}" destId="{E8D281F6-F116-4886-AECC-18B359B8D64F}" srcOrd="0" destOrd="0" parTransId="{C8CBF0AC-4137-4A83-9FA8-FC8D7625B583}" sibTransId="{FCB2EFCE-2E03-4CA0-A1CF-0CFF0C3EAAAF}"/>
    <dgm:cxn modelId="{DB35C7ED-154C-4A9A-8CCA-0B7B3B8ABE10}" type="presOf" srcId="{E6265E96-B282-4E08-BD96-143321E2A110}" destId="{C5DF5B5A-1E20-41F0-836E-6705AFBB2012}" srcOrd="0" destOrd="0" presId="urn:diagrams.loki3.com/BracketList"/>
    <dgm:cxn modelId="{A03A48FE-BC38-45FE-84FA-5778A9F032C4}" type="presOf" srcId="{08D8518F-32CD-4762-AAC2-0ABB92D7258A}" destId="{243B64DC-0EA2-4339-8DAC-37FB973184E5}" srcOrd="0" destOrd="0" presId="urn:diagrams.loki3.com/BracketList"/>
    <dgm:cxn modelId="{4AC1543B-A81D-4D24-8AC7-4C5812CDC17D}" type="presParOf" srcId="{243B64DC-0EA2-4339-8DAC-37FB973184E5}" destId="{BA5E246D-FCBB-4F3A-ACFD-17755E94C44E}" srcOrd="0" destOrd="0" presId="urn:diagrams.loki3.com/BracketList"/>
    <dgm:cxn modelId="{06C6411B-B2A2-454D-A61A-2C4328E259B1}" type="presParOf" srcId="{BA5E246D-FCBB-4F3A-ACFD-17755E94C44E}" destId="{F0537B87-0934-4662-AE18-1CD7F6461693}" srcOrd="0" destOrd="0" presId="urn:diagrams.loki3.com/BracketList"/>
    <dgm:cxn modelId="{2AE1E596-B9D8-4D5B-B809-2C9DC00A32E6}" type="presParOf" srcId="{BA5E246D-FCBB-4F3A-ACFD-17755E94C44E}" destId="{B760D8FD-0D30-41DE-9D03-028F09A445A0}" srcOrd="1" destOrd="0" presId="urn:diagrams.loki3.com/BracketList"/>
    <dgm:cxn modelId="{28689116-4E9C-4E28-85E3-DF8A2DA5F148}" type="presParOf" srcId="{BA5E246D-FCBB-4F3A-ACFD-17755E94C44E}" destId="{04522299-1F96-4CC5-9B1F-5DC161683A81}" srcOrd="2" destOrd="0" presId="urn:diagrams.loki3.com/BracketList"/>
    <dgm:cxn modelId="{D734DE5D-A2EB-4D40-B7E7-D8F587EC7B88}" type="presParOf" srcId="{BA5E246D-FCBB-4F3A-ACFD-17755E94C44E}" destId="{64070B8A-6EE0-475C-90E3-DDFBA80364E4}" srcOrd="3" destOrd="0" presId="urn:diagrams.loki3.com/BracketList"/>
    <dgm:cxn modelId="{ADECA734-416F-4325-A505-EBFBC17FA953}" type="presParOf" srcId="{243B64DC-0EA2-4339-8DAC-37FB973184E5}" destId="{77452C6E-1969-43F1-B57A-F2DC441AE4E5}" srcOrd="1" destOrd="0" presId="urn:diagrams.loki3.com/BracketList"/>
    <dgm:cxn modelId="{484CF47E-B11E-4308-B91E-EB748312F31A}" type="presParOf" srcId="{243B64DC-0EA2-4339-8DAC-37FB973184E5}" destId="{00808910-E73C-4A0D-BC18-5A941C9F0A04}" srcOrd="2" destOrd="0" presId="urn:diagrams.loki3.com/BracketList"/>
    <dgm:cxn modelId="{E747DA84-C18A-42A8-8C77-1888993CFEC2}" type="presParOf" srcId="{00808910-E73C-4A0D-BC18-5A941C9F0A04}" destId="{13924657-923B-45B5-A196-79AE026A1B97}" srcOrd="0" destOrd="0" presId="urn:diagrams.loki3.com/BracketList"/>
    <dgm:cxn modelId="{AC6383BC-470C-4192-A6EF-B586C99EAFA2}" type="presParOf" srcId="{00808910-E73C-4A0D-BC18-5A941C9F0A04}" destId="{C53F47BE-FC39-49CA-A207-2733081C70E4}" srcOrd="1" destOrd="0" presId="urn:diagrams.loki3.com/BracketList"/>
    <dgm:cxn modelId="{41282ADB-7161-4C82-B0A6-A1ADFFAC1654}" type="presParOf" srcId="{00808910-E73C-4A0D-BC18-5A941C9F0A04}" destId="{033B0D44-154D-466C-8CCE-3EAC31AEC537}" srcOrd="2" destOrd="0" presId="urn:diagrams.loki3.com/BracketList"/>
    <dgm:cxn modelId="{8D9DBD7E-C93E-4757-886E-E4629E7BB5AE}" type="presParOf" srcId="{00808910-E73C-4A0D-BC18-5A941C9F0A04}" destId="{53E4095A-E0E1-479E-A88C-6C6D51031650}" srcOrd="3" destOrd="0" presId="urn:diagrams.loki3.com/BracketList"/>
    <dgm:cxn modelId="{59423677-E1F4-4145-BC29-E01077491DC5}" type="presParOf" srcId="{243B64DC-0EA2-4339-8DAC-37FB973184E5}" destId="{9805AB18-C04A-4C62-B84D-CAE55E06902B}" srcOrd="3" destOrd="0" presId="urn:diagrams.loki3.com/BracketList"/>
    <dgm:cxn modelId="{7E9147C9-2193-4D9B-93AE-21810A1AC8BB}" type="presParOf" srcId="{243B64DC-0EA2-4339-8DAC-37FB973184E5}" destId="{F7DCF75C-5EDF-4FFC-96FA-84EC3F070A7D}" srcOrd="4" destOrd="0" presId="urn:diagrams.loki3.com/BracketList"/>
    <dgm:cxn modelId="{50E4A937-D105-47CE-8956-227C45C96D83}" type="presParOf" srcId="{F7DCF75C-5EDF-4FFC-96FA-84EC3F070A7D}" destId="{3316CFB0-B60E-4B13-B10C-6D0ED37FB0F2}" srcOrd="0" destOrd="0" presId="urn:diagrams.loki3.com/BracketList"/>
    <dgm:cxn modelId="{03DD8AB4-C873-4EF8-853F-1936302E60DB}" type="presParOf" srcId="{F7DCF75C-5EDF-4FFC-96FA-84EC3F070A7D}" destId="{0141BAF7-58E4-4355-A968-1864A4F7D4F9}" srcOrd="1" destOrd="0" presId="urn:diagrams.loki3.com/BracketList"/>
    <dgm:cxn modelId="{55013BA3-4CEE-4DFA-88FF-911CC5624C63}" type="presParOf" srcId="{F7DCF75C-5EDF-4FFC-96FA-84EC3F070A7D}" destId="{21C31395-4B3B-4D45-86A2-216C02B346DB}" srcOrd="2" destOrd="0" presId="urn:diagrams.loki3.com/BracketList"/>
    <dgm:cxn modelId="{CC7EA1B3-135B-4AC0-B185-EC5127EB3E9A}" type="presParOf" srcId="{F7DCF75C-5EDF-4FFC-96FA-84EC3F070A7D}" destId="{D3F82EDF-3883-444E-B03B-5006F1584D24}" srcOrd="3" destOrd="0" presId="urn:diagrams.loki3.com/BracketList"/>
    <dgm:cxn modelId="{482AC01F-992C-498A-9E37-24040BCB244D}" type="presParOf" srcId="{243B64DC-0EA2-4339-8DAC-37FB973184E5}" destId="{C6FE71E1-E397-4D68-8D75-7703E3A39585}" srcOrd="5" destOrd="0" presId="urn:diagrams.loki3.com/BracketList"/>
    <dgm:cxn modelId="{5F44157D-E27E-4852-8037-C1C4C82AD83E}" type="presParOf" srcId="{243B64DC-0EA2-4339-8DAC-37FB973184E5}" destId="{BC07E776-1C77-4EEA-9D35-8006B177980A}" srcOrd="6" destOrd="0" presId="urn:diagrams.loki3.com/BracketList"/>
    <dgm:cxn modelId="{C63A47B1-B093-4022-9FDA-11AA29D098FF}" type="presParOf" srcId="{BC07E776-1C77-4EEA-9D35-8006B177980A}" destId="{C5DF5B5A-1E20-41F0-836E-6705AFBB2012}" srcOrd="0" destOrd="0" presId="urn:diagrams.loki3.com/BracketList"/>
    <dgm:cxn modelId="{AFBCEC4B-45E5-4C66-A538-031A15C7E18E}" type="presParOf" srcId="{BC07E776-1C77-4EEA-9D35-8006B177980A}" destId="{38FA81DD-6AC4-4DA7-91FB-7E8BC0CE9B4A}" srcOrd="1" destOrd="0" presId="urn:diagrams.loki3.com/BracketList"/>
    <dgm:cxn modelId="{8B207104-8B6B-479F-8E7E-1E799EED3690}" type="presParOf" srcId="{BC07E776-1C77-4EEA-9D35-8006B177980A}" destId="{76372F4A-F664-438F-BAEF-918847E61453}" srcOrd="2" destOrd="0" presId="urn:diagrams.loki3.com/BracketList"/>
    <dgm:cxn modelId="{4D0A4FC3-8AB7-43C2-A03A-C08975F91844}" type="presParOf" srcId="{BC07E776-1C77-4EEA-9D35-8006B177980A}" destId="{D50D6F78-E2A9-4816-A34A-9CFC3FF17C05}" srcOrd="3" destOrd="0" presId="urn:diagrams.loki3.com/BracketList"/>
    <dgm:cxn modelId="{3C0F1E47-9B00-41EA-A3EE-98479A869EC2}" type="presParOf" srcId="{243B64DC-0EA2-4339-8DAC-37FB973184E5}" destId="{75065B77-F39B-4348-B242-3E590074A19D}" srcOrd="7" destOrd="0" presId="urn:diagrams.loki3.com/BracketList"/>
    <dgm:cxn modelId="{0F3E6633-7522-4C69-8FC5-BDFAB8A3141D}" type="presParOf" srcId="{243B64DC-0EA2-4339-8DAC-37FB973184E5}" destId="{2F8E4B83-E73D-4208-A62F-98498486919F}" srcOrd="8" destOrd="0" presId="urn:diagrams.loki3.com/BracketList"/>
    <dgm:cxn modelId="{E3F19485-E43E-48ED-9417-78A909F13352}" type="presParOf" srcId="{2F8E4B83-E73D-4208-A62F-98498486919F}" destId="{AD39A0BA-1C2B-460C-9CB0-842B1D63A25D}" srcOrd="0" destOrd="0" presId="urn:diagrams.loki3.com/BracketList"/>
    <dgm:cxn modelId="{2C7BFEBD-E867-4AFE-9A39-8AAA4899C226}" type="presParOf" srcId="{2F8E4B83-E73D-4208-A62F-98498486919F}" destId="{2BD72470-AFA0-4B81-A7C7-09E08C3EB1B1}" srcOrd="1" destOrd="0" presId="urn:diagrams.loki3.com/BracketList"/>
    <dgm:cxn modelId="{1973313B-938E-4915-B92D-F59257DBA26E}" type="presParOf" srcId="{2F8E4B83-E73D-4208-A62F-98498486919F}" destId="{726788E6-FB61-405E-8BA8-BEDE083F8287}" srcOrd="2" destOrd="0" presId="urn:diagrams.loki3.com/BracketList"/>
    <dgm:cxn modelId="{CE4C5D94-924A-4B61-8D3F-89F97CB0F710}" type="presParOf" srcId="{2F8E4B83-E73D-4208-A62F-98498486919F}" destId="{DB420EF1-A6D3-4C0B-84B7-356EA97ABFC7}" srcOrd="3" destOrd="0" presId="urn:diagrams.loki3.com/Bracket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08D8518F-32CD-4762-AAC2-0ABB92D7258A}" type="doc">
      <dgm:prSet loTypeId="urn:diagrams.loki3.com/BracketList" loCatId="list" qsTypeId="urn:microsoft.com/office/officeart/2005/8/quickstyle/simple1" qsCatId="simple" csTypeId="urn:microsoft.com/office/officeart/2005/8/colors/accent1_2" csCatId="accent1" phldr="1"/>
      <dgm:spPr/>
      <dgm:t>
        <a:bodyPr/>
        <a:lstStyle/>
        <a:p>
          <a:endParaRPr lang="en-US"/>
        </a:p>
      </dgm:t>
    </dgm:pt>
    <dgm:pt modelId="{3C5EE630-500A-42C3-B42D-F04B4812991F}">
      <dgm:prSet phldrT="[Text]"/>
      <dgm:spPr/>
      <dgm:t>
        <a:bodyPr/>
        <a:lstStyle/>
        <a:p>
          <a:r>
            <a:rPr lang="en-US" dirty="0"/>
            <a:t>Module A</a:t>
          </a:r>
        </a:p>
        <a:p>
          <a:r>
            <a:rPr lang="en-US"/>
            <a:t>Demographics (Part 1)</a:t>
          </a:r>
          <a:endParaRPr lang="en-US" dirty="0"/>
        </a:p>
      </dgm:t>
    </dgm:pt>
    <dgm:pt modelId="{C2767CC7-DBB6-4335-A8A7-135209540DEB}" type="parTrans" cxnId="{DD6585B8-F14A-43A1-A301-E1D1E5B47E28}">
      <dgm:prSet/>
      <dgm:spPr/>
      <dgm:t>
        <a:bodyPr/>
        <a:lstStyle/>
        <a:p>
          <a:endParaRPr lang="en-US"/>
        </a:p>
      </dgm:t>
    </dgm:pt>
    <dgm:pt modelId="{F0DAEA73-F38B-4248-BFEA-4285EE968425}" type="sibTrans" cxnId="{DD6585B8-F14A-43A1-A301-E1D1E5B47E28}">
      <dgm:prSet/>
      <dgm:spPr/>
      <dgm:t>
        <a:bodyPr/>
        <a:lstStyle/>
        <a:p>
          <a:endParaRPr lang="en-US"/>
        </a:p>
      </dgm:t>
    </dgm:pt>
    <dgm:pt modelId="{A81ADFE8-18C3-43D5-B115-4CC6BB62917D}">
      <dgm:prSet phldrT="[Text]"/>
      <dgm:spPr/>
      <dgm:t>
        <a:bodyPr/>
        <a:lstStyle/>
        <a:p>
          <a:r>
            <a:rPr lang="en-US" dirty="0"/>
            <a:t> ASCOT-STC4</a:t>
          </a:r>
        </a:p>
      </dgm:t>
    </dgm:pt>
    <dgm:pt modelId="{BBE2ED35-98D5-4F42-A26E-AAB5FBC0E6E3}" type="parTrans" cxnId="{50934036-A831-4C2B-BF94-A86FFA8B763D}">
      <dgm:prSet/>
      <dgm:spPr/>
      <dgm:t>
        <a:bodyPr/>
        <a:lstStyle/>
        <a:p>
          <a:endParaRPr lang="en-US"/>
        </a:p>
      </dgm:t>
    </dgm:pt>
    <dgm:pt modelId="{A3AA48A3-C845-47A6-8C7A-A267711B3365}" type="sibTrans" cxnId="{50934036-A831-4C2B-BF94-A86FFA8B763D}">
      <dgm:prSet/>
      <dgm:spPr/>
      <dgm:t>
        <a:bodyPr/>
        <a:lstStyle/>
        <a:p>
          <a:endParaRPr lang="en-US"/>
        </a:p>
      </dgm:t>
    </dgm:pt>
    <dgm:pt modelId="{4E20D7A1-5598-4538-9DAA-6B3B22DBD716}">
      <dgm:prSet phldrT="[Text]"/>
      <dgm:spPr/>
      <dgm:t>
        <a:bodyPr/>
        <a:lstStyle/>
        <a:p>
          <a:r>
            <a:rPr lang="en-US" dirty="0"/>
            <a:t>Module C</a:t>
          </a:r>
        </a:p>
        <a:p>
          <a:r>
            <a:rPr lang="en-US" dirty="0"/>
            <a:t>Clinical measures</a:t>
          </a:r>
        </a:p>
      </dgm:t>
    </dgm:pt>
    <dgm:pt modelId="{FE235C64-2033-4FD3-A9CC-0C3F3084BA6B}" type="parTrans" cxnId="{86B02C0D-295E-4A5A-9447-D7BDA931D9D6}">
      <dgm:prSet/>
      <dgm:spPr/>
      <dgm:t>
        <a:bodyPr/>
        <a:lstStyle/>
        <a:p>
          <a:endParaRPr lang="en-US"/>
        </a:p>
      </dgm:t>
    </dgm:pt>
    <dgm:pt modelId="{0DE5AB3F-8F90-4460-BA0D-AECF1C723844}" type="sibTrans" cxnId="{86B02C0D-295E-4A5A-9447-D7BDA931D9D6}">
      <dgm:prSet/>
      <dgm:spPr/>
      <dgm:t>
        <a:bodyPr/>
        <a:lstStyle/>
        <a:p>
          <a:endParaRPr lang="en-US"/>
        </a:p>
      </dgm:t>
    </dgm:pt>
    <dgm:pt modelId="{E8D281F6-F116-4886-AECC-18B359B8D64F}">
      <dgm:prSet phldrT="[Text]"/>
      <dgm:spPr/>
      <dgm:t>
        <a:bodyPr/>
        <a:lstStyle/>
        <a:p>
          <a:r>
            <a:rPr lang="en-US" dirty="0"/>
            <a:t> Disease-specific questionnaires (</a:t>
          </a:r>
          <a:r>
            <a:rPr lang="en-GB" dirty="0"/>
            <a:t>PHQ-9, RAPID-3, PROMIS Sleep disturbance 8A, DLQI, MacNew)</a:t>
          </a:r>
          <a:endParaRPr lang="en-US" dirty="0"/>
        </a:p>
      </dgm:t>
    </dgm:pt>
    <dgm:pt modelId="{C8CBF0AC-4137-4A83-9FA8-FC8D7625B583}" type="parTrans" cxnId="{8DE9AEE4-E4DB-4629-9712-A3EFFC108FE6}">
      <dgm:prSet/>
      <dgm:spPr/>
      <dgm:t>
        <a:bodyPr/>
        <a:lstStyle/>
        <a:p>
          <a:endParaRPr lang="en-US"/>
        </a:p>
      </dgm:t>
    </dgm:pt>
    <dgm:pt modelId="{FCB2EFCE-2E03-4CA0-A1CF-0CFF0C3EAAAF}" type="sibTrans" cxnId="{8DE9AEE4-E4DB-4629-9712-A3EFFC108FE6}">
      <dgm:prSet/>
      <dgm:spPr/>
      <dgm:t>
        <a:bodyPr/>
        <a:lstStyle/>
        <a:p>
          <a:endParaRPr lang="en-US"/>
        </a:p>
      </dgm:t>
    </dgm:pt>
    <dgm:pt modelId="{F1C979F3-02C3-485D-B5DF-DB39CA85402D}">
      <dgm:prSet phldrT="[Text]"/>
      <dgm:spPr/>
      <dgm:t>
        <a:bodyPr/>
        <a:lstStyle/>
        <a:p>
          <a:r>
            <a:rPr lang="en-US" dirty="0"/>
            <a:t>Module D</a:t>
          </a:r>
        </a:p>
        <a:p>
          <a:r>
            <a:rPr lang="en-US" dirty="0"/>
            <a:t>Generic well-being</a:t>
          </a:r>
        </a:p>
      </dgm:t>
    </dgm:pt>
    <dgm:pt modelId="{773DD392-94C9-41EF-B8D1-C9442AF9B801}" type="parTrans" cxnId="{E9967216-0F75-4D16-889E-547693CD5FE7}">
      <dgm:prSet/>
      <dgm:spPr/>
      <dgm:t>
        <a:bodyPr/>
        <a:lstStyle/>
        <a:p>
          <a:endParaRPr lang="en-US"/>
        </a:p>
      </dgm:t>
    </dgm:pt>
    <dgm:pt modelId="{5B01C31E-4F71-46E1-94C1-B9331DF3E429}" type="sibTrans" cxnId="{E9967216-0F75-4D16-889E-547693CD5FE7}">
      <dgm:prSet/>
      <dgm:spPr/>
      <dgm:t>
        <a:bodyPr/>
        <a:lstStyle/>
        <a:p>
          <a:endParaRPr lang="en-US"/>
        </a:p>
      </dgm:t>
    </dgm:pt>
    <dgm:pt modelId="{902BD23A-0FF7-477D-B915-A085F4E46DF3}">
      <dgm:prSet phldrT="[Text]"/>
      <dgm:spPr/>
      <dgm:t>
        <a:bodyPr/>
        <a:lstStyle/>
        <a:p>
          <a:r>
            <a:rPr lang="en-US" dirty="0"/>
            <a:t> EQ-5D-5L</a:t>
          </a:r>
        </a:p>
      </dgm:t>
    </dgm:pt>
    <dgm:pt modelId="{653E8BB9-CA50-43E5-84BC-8D4159CE37D4}" type="parTrans" cxnId="{133081D9-9B35-4F2E-859A-41A1716CF62D}">
      <dgm:prSet/>
      <dgm:spPr/>
      <dgm:t>
        <a:bodyPr/>
        <a:lstStyle/>
        <a:p>
          <a:endParaRPr lang="en-US"/>
        </a:p>
      </dgm:t>
    </dgm:pt>
    <dgm:pt modelId="{CBFD87F5-0B15-4380-A9D8-72BBCDF1D8E1}" type="sibTrans" cxnId="{133081D9-9B35-4F2E-859A-41A1716CF62D}">
      <dgm:prSet/>
      <dgm:spPr/>
      <dgm:t>
        <a:bodyPr/>
        <a:lstStyle/>
        <a:p>
          <a:endParaRPr lang="en-US"/>
        </a:p>
      </dgm:t>
    </dgm:pt>
    <dgm:pt modelId="{7DF598F4-E4A4-494E-B7C7-D585EEFFB11F}">
      <dgm:prSet phldrT="[Text]"/>
      <dgm:spPr/>
      <dgm:t>
        <a:bodyPr/>
        <a:lstStyle/>
        <a:p>
          <a:r>
            <a:rPr lang="en-US" dirty="0"/>
            <a:t> WOOP</a:t>
          </a:r>
        </a:p>
      </dgm:t>
    </dgm:pt>
    <dgm:pt modelId="{A8B5E3B9-8439-4F72-8FCF-643A8713B8CC}" type="parTrans" cxnId="{59A3AA3D-F395-45E4-86CC-05CE6082FAF0}">
      <dgm:prSet/>
      <dgm:spPr/>
      <dgm:t>
        <a:bodyPr/>
        <a:lstStyle/>
        <a:p>
          <a:endParaRPr lang="en-US"/>
        </a:p>
      </dgm:t>
    </dgm:pt>
    <dgm:pt modelId="{8B18B7EA-0318-438A-80A5-F5DF6A808E5A}" type="sibTrans" cxnId="{59A3AA3D-F395-45E4-86CC-05CE6082FAF0}">
      <dgm:prSet/>
      <dgm:spPr/>
      <dgm:t>
        <a:bodyPr/>
        <a:lstStyle/>
        <a:p>
          <a:endParaRPr lang="en-US"/>
        </a:p>
      </dgm:t>
    </dgm:pt>
    <dgm:pt modelId="{E6265E96-B282-4E08-BD96-143321E2A110}">
      <dgm:prSet phldrT="[Text]"/>
      <dgm:spPr/>
      <dgm:t>
        <a:bodyPr/>
        <a:lstStyle/>
        <a:p>
          <a:r>
            <a:rPr lang="en-US" dirty="0"/>
            <a:t>Module D</a:t>
          </a:r>
        </a:p>
        <a:p>
          <a:r>
            <a:rPr lang="en-US" dirty="0"/>
            <a:t>General Health</a:t>
          </a:r>
        </a:p>
      </dgm:t>
    </dgm:pt>
    <dgm:pt modelId="{44A412A5-0DDC-40C5-989C-C46C76CE56B7}" type="parTrans" cxnId="{4059D923-B1FA-428B-A159-190B0D4BE27A}">
      <dgm:prSet/>
      <dgm:spPr/>
      <dgm:t>
        <a:bodyPr/>
        <a:lstStyle/>
        <a:p>
          <a:endParaRPr lang="en-US"/>
        </a:p>
      </dgm:t>
    </dgm:pt>
    <dgm:pt modelId="{61FB0916-BD04-48A9-9EB4-1F9887C7B1BE}" type="sibTrans" cxnId="{4059D923-B1FA-428B-A159-190B0D4BE27A}">
      <dgm:prSet/>
      <dgm:spPr/>
      <dgm:t>
        <a:bodyPr/>
        <a:lstStyle/>
        <a:p>
          <a:endParaRPr lang="en-US"/>
        </a:p>
      </dgm:t>
    </dgm:pt>
    <dgm:pt modelId="{13A29279-AE8C-4F2A-88DD-B700BDD73D3E}">
      <dgm:prSet/>
      <dgm:spPr/>
      <dgm:t>
        <a:bodyPr/>
        <a:lstStyle/>
        <a:p>
          <a:r>
            <a:rPr lang="en-US" dirty="0"/>
            <a:t> SWLS (hedonic)</a:t>
          </a:r>
        </a:p>
      </dgm:t>
    </dgm:pt>
    <dgm:pt modelId="{A841D7F9-01FF-475E-8867-FE6849C720B5}" type="parTrans" cxnId="{B3D4DEDE-79FE-4C4F-824F-A653B772FBE8}">
      <dgm:prSet/>
      <dgm:spPr/>
      <dgm:t>
        <a:bodyPr/>
        <a:lstStyle/>
        <a:p>
          <a:endParaRPr lang="en-US"/>
        </a:p>
      </dgm:t>
    </dgm:pt>
    <dgm:pt modelId="{5C1FC38C-3223-4174-A2C8-9740AEA9C414}" type="sibTrans" cxnId="{B3D4DEDE-79FE-4C4F-824F-A653B772FBE8}">
      <dgm:prSet/>
      <dgm:spPr/>
      <dgm:t>
        <a:bodyPr/>
        <a:lstStyle/>
        <a:p>
          <a:endParaRPr lang="en-US"/>
        </a:p>
      </dgm:t>
    </dgm:pt>
    <dgm:pt modelId="{EEF2D206-677E-4CF9-B09F-21873033F812}">
      <dgm:prSet/>
      <dgm:spPr/>
      <dgm:t>
        <a:bodyPr/>
        <a:lstStyle/>
        <a:p>
          <a:r>
            <a:rPr lang="en-US" dirty="0"/>
            <a:t> SPANE (affective)</a:t>
          </a:r>
        </a:p>
      </dgm:t>
    </dgm:pt>
    <dgm:pt modelId="{E012B5C1-4D89-4D96-B63E-29611C2B3F76}" type="parTrans" cxnId="{B3AE361E-E4E6-443F-A7EA-B724FEA4EB52}">
      <dgm:prSet/>
      <dgm:spPr/>
      <dgm:t>
        <a:bodyPr/>
        <a:lstStyle/>
        <a:p>
          <a:endParaRPr lang="en-US"/>
        </a:p>
      </dgm:t>
    </dgm:pt>
    <dgm:pt modelId="{A6466AE0-EAD6-40F3-B929-E3B616E36A0E}" type="sibTrans" cxnId="{B3AE361E-E4E6-443F-A7EA-B724FEA4EB52}">
      <dgm:prSet/>
      <dgm:spPr/>
      <dgm:t>
        <a:bodyPr/>
        <a:lstStyle/>
        <a:p>
          <a:endParaRPr lang="en-US"/>
        </a:p>
      </dgm:t>
    </dgm:pt>
    <dgm:pt modelId="{C83DF064-A732-4FFA-91A1-E8FE92307F2F}">
      <dgm:prSet phldrT="[Text]"/>
      <dgm:spPr/>
      <dgm:t>
        <a:bodyPr/>
        <a:lstStyle/>
        <a:p>
          <a:r>
            <a:rPr lang="en-US" dirty="0"/>
            <a:t> Self-rated health and health satisfaction</a:t>
          </a:r>
        </a:p>
      </dgm:t>
    </dgm:pt>
    <dgm:pt modelId="{9528F818-7543-4D19-9CB6-E3ED2C49A33D}" type="parTrans" cxnId="{3CE04EDB-DDCC-4141-913D-FCA0EC76801D}">
      <dgm:prSet/>
      <dgm:spPr/>
      <dgm:t>
        <a:bodyPr/>
        <a:lstStyle/>
        <a:p>
          <a:endParaRPr lang="en-US"/>
        </a:p>
      </dgm:t>
    </dgm:pt>
    <dgm:pt modelId="{058CF57C-EB94-4D45-B6DA-A8B0A6A7E426}" type="sibTrans" cxnId="{3CE04EDB-DDCC-4141-913D-FCA0EC76801D}">
      <dgm:prSet/>
      <dgm:spPr/>
      <dgm:t>
        <a:bodyPr/>
        <a:lstStyle/>
        <a:p>
          <a:endParaRPr lang="en-US"/>
        </a:p>
      </dgm:t>
    </dgm:pt>
    <dgm:pt modelId="{BDDA5BFD-FB15-45FF-9700-71EE91F445E0}">
      <dgm:prSet phldrT="[Text]"/>
      <dgm:spPr/>
      <dgm:t>
        <a:bodyPr/>
        <a:lstStyle/>
        <a:p>
          <a:r>
            <a:rPr lang="en-US" dirty="0"/>
            <a:t>Module E</a:t>
          </a:r>
          <a:br>
            <a:rPr lang="en-US" dirty="0"/>
          </a:br>
          <a:r>
            <a:rPr lang="en-US" dirty="0"/>
            <a:t>Demographics</a:t>
          </a:r>
        </a:p>
      </dgm:t>
    </dgm:pt>
    <dgm:pt modelId="{36742222-9ABC-431A-8660-8223DFE7270F}" type="parTrans" cxnId="{1BE737D3-D77E-4709-A2B6-27E6AB7D3CDA}">
      <dgm:prSet/>
      <dgm:spPr/>
      <dgm:t>
        <a:bodyPr/>
        <a:lstStyle/>
        <a:p>
          <a:endParaRPr lang="en-US"/>
        </a:p>
      </dgm:t>
    </dgm:pt>
    <dgm:pt modelId="{48BD01AD-55BF-4175-BC3D-0FF4F4C12E28}" type="sibTrans" cxnId="{1BE737D3-D77E-4709-A2B6-27E6AB7D3CDA}">
      <dgm:prSet/>
      <dgm:spPr/>
      <dgm:t>
        <a:bodyPr/>
        <a:lstStyle/>
        <a:p>
          <a:endParaRPr lang="en-US"/>
        </a:p>
      </dgm:t>
    </dgm:pt>
    <dgm:pt modelId="{D7CA204E-16BE-43D5-8281-432468A0C4C3}">
      <dgm:prSet phldrT="[Text]"/>
      <dgm:spPr/>
      <dgm:t>
        <a:bodyPr/>
        <a:lstStyle/>
        <a:p>
          <a:r>
            <a:rPr lang="en-GB" dirty="0"/>
            <a:t> Education, relationship, employment, income</a:t>
          </a:r>
          <a:r>
            <a:rPr lang="en-GB"/>
            <a:t>, and </a:t>
          </a:r>
          <a:r>
            <a:rPr lang="en-GB" dirty="0"/>
            <a:t>living situation</a:t>
          </a:r>
          <a:endParaRPr lang="en-US" dirty="0"/>
        </a:p>
      </dgm:t>
    </dgm:pt>
    <dgm:pt modelId="{A1F61978-F18A-4493-9FBE-F643625BC155}" type="parTrans" cxnId="{33B930E1-D88D-4865-9479-22565E38C27E}">
      <dgm:prSet/>
      <dgm:spPr/>
      <dgm:t>
        <a:bodyPr/>
        <a:lstStyle/>
        <a:p>
          <a:endParaRPr lang="en-US"/>
        </a:p>
      </dgm:t>
    </dgm:pt>
    <dgm:pt modelId="{125FE6D3-2C7F-4B2C-8F0D-A85AC05BA1E8}" type="sibTrans" cxnId="{33B930E1-D88D-4865-9479-22565E38C27E}">
      <dgm:prSet/>
      <dgm:spPr/>
      <dgm:t>
        <a:bodyPr/>
        <a:lstStyle/>
        <a:p>
          <a:endParaRPr lang="en-US"/>
        </a:p>
      </dgm:t>
    </dgm:pt>
    <dgm:pt modelId="{CA4BB4F3-C3BA-4133-95CD-60E29A8849ED}">
      <dgm:prSet phldrT="[Text]"/>
      <dgm:spPr/>
      <dgm:t>
        <a:bodyPr/>
        <a:lstStyle/>
        <a:p>
          <a:r>
            <a:rPr lang="en-US" dirty="0"/>
            <a:t> EQ-HWB</a:t>
          </a:r>
        </a:p>
      </dgm:t>
    </dgm:pt>
    <dgm:pt modelId="{CDD9A59B-3DB9-4927-94A9-4AB5EEEAF4DF}" type="parTrans" cxnId="{1A022438-6282-4554-A51D-86236F5A71E9}">
      <dgm:prSet/>
      <dgm:spPr/>
      <dgm:t>
        <a:bodyPr/>
        <a:lstStyle/>
        <a:p>
          <a:endParaRPr lang="LID4096"/>
        </a:p>
      </dgm:t>
    </dgm:pt>
    <dgm:pt modelId="{B802D52D-3BD3-4C4F-BCE2-0C6C5508A09F}" type="sibTrans" cxnId="{1A022438-6282-4554-A51D-86236F5A71E9}">
      <dgm:prSet/>
      <dgm:spPr/>
      <dgm:t>
        <a:bodyPr/>
        <a:lstStyle/>
        <a:p>
          <a:endParaRPr lang="LID4096"/>
        </a:p>
      </dgm:t>
    </dgm:pt>
    <dgm:pt modelId="{5CB34FBA-07E1-446E-99A4-D3A299E98D88}">
      <dgm:prSet phldrT="[Text]"/>
      <dgm:spPr/>
      <dgm:t>
        <a:bodyPr/>
        <a:lstStyle/>
        <a:p>
          <a:r>
            <a:rPr lang="en-US" dirty="0"/>
            <a:t> ICECAP-A</a:t>
          </a:r>
        </a:p>
      </dgm:t>
    </dgm:pt>
    <dgm:pt modelId="{174E9D9B-4A41-43D8-B04B-D48BE3385B6E}" type="parTrans" cxnId="{0151000D-8427-423B-BF8D-84C20C317096}">
      <dgm:prSet/>
      <dgm:spPr/>
      <dgm:t>
        <a:bodyPr/>
        <a:lstStyle/>
        <a:p>
          <a:endParaRPr lang="LID4096"/>
        </a:p>
      </dgm:t>
    </dgm:pt>
    <dgm:pt modelId="{F96678B8-2949-4844-99BD-55554169AFC2}" type="sibTrans" cxnId="{0151000D-8427-423B-BF8D-84C20C317096}">
      <dgm:prSet/>
      <dgm:spPr/>
      <dgm:t>
        <a:bodyPr/>
        <a:lstStyle/>
        <a:p>
          <a:endParaRPr lang="LID4096"/>
        </a:p>
      </dgm:t>
    </dgm:pt>
    <dgm:pt modelId="{80C8B38C-4026-40FD-ACED-F541E1F9FF03}">
      <dgm:prSet phldrT="[Text]"/>
      <dgm:spPr/>
      <dgm:t>
        <a:bodyPr/>
        <a:lstStyle/>
        <a:p>
          <a:r>
            <a:rPr lang="en-US" dirty="0"/>
            <a:t> ICECAP-O</a:t>
          </a:r>
        </a:p>
      </dgm:t>
    </dgm:pt>
    <dgm:pt modelId="{F50D413D-35D5-4A4B-8F8B-0A383AA3AB6A}" type="parTrans" cxnId="{E9A85A18-823D-46D2-A482-35EFF23271BD}">
      <dgm:prSet/>
      <dgm:spPr/>
      <dgm:t>
        <a:bodyPr/>
        <a:lstStyle/>
        <a:p>
          <a:endParaRPr lang="LID4096"/>
        </a:p>
      </dgm:t>
    </dgm:pt>
    <dgm:pt modelId="{12B85923-0436-4EF7-B66A-DF614D87145C}" type="sibTrans" cxnId="{E9A85A18-823D-46D2-A482-35EFF23271BD}">
      <dgm:prSet/>
      <dgm:spPr/>
      <dgm:t>
        <a:bodyPr/>
        <a:lstStyle/>
        <a:p>
          <a:endParaRPr lang="LID4096"/>
        </a:p>
      </dgm:t>
    </dgm:pt>
    <dgm:pt modelId="{0A754E0E-657D-4E28-B49D-9B7095A11E97}">
      <dgm:prSet phldrT="[Text]"/>
      <dgm:spPr/>
      <dgm:t>
        <a:bodyPr/>
        <a:lstStyle/>
        <a:p>
          <a:r>
            <a:rPr lang="en-US" dirty="0"/>
            <a:t> WiX</a:t>
          </a:r>
        </a:p>
      </dgm:t>
    </dgm:pt>
    <dgm:pt modelId="{7B06A1D4-5646-4368-B140-5A1DA6AD063F}" type="parTrans" cxnId="{D5623A3D-1382-4EA5-B820-741728680E1A}">
      <dgm:prSet/>
      <dgm:spPr/>
      <dgm:t>
        <a:bodyPr/>
        <a:lstStyle/>
        <a:p>
          <a:endParaRPr lang="LID4096"/>
        </a:p>
      </dgm:t>
    </dgm:pt>
    <dgm:pt modelId="{6D9523C4-6FD1-4384-8CBE-1787B1BA44A3}" type="sibTrans" cxnId="{D5623A3D-1382-4EA5-B820-741728680E1A}">
      <dgm:prSet/>
      <dgm:spPr/>
      <dgm:t>
        <a:bodyPr/>
        <a:lstStyle/>
        <a:p>
          <a:endParaRPr lang="LID4096"/>
        </a:p>
      </dgm:t>
    </dgm:pt>
    <dgm:pt modelId="{76573E5F-106F-497A-AD2E-D5CC98F9F7C8}">
      <dgm:prSet phldrT="[Text]"/>
      <dgm:spPr/>
      <dgm:t>
        <a:bodyPr/>
        <a:lstStyle/>
        <a:p>
          <a:r>
            <a:rPr lang="en-US" dirty="0"/>
            <a:t> QOL-ACC</a:t>
          </a:r>
        </a:p>
      </dgm:t>
    </dgm:pt>
    <dgm:pt modelId="{5BBD9425-73AC-42E0-B754-5542E313B633}" type="parTrans" cxnId="{077F36AA-A58D-4FBD-93AF-8C7FEA10D339}">
      <dgm:prSet/>
      <dgm:spPr/>
      <dgm:t>
        <a:bodyPr/>
        <a:lstStyle/>
        <a:p>
          <a:endParaRPr lang="LID4096"/>
        </a:p>
      </dgm:t>
    </dgm:pt>
    <dgm:pt modelId="{59C3EE74-48DD-4B39-B8BF-6134D80F19BA}" type="sibTrans" cxnId="{077F36AA-A58D-4FBD-93AF-8C7FEA10D339}">
      <dgm:prSet/>
      <dgm:spPr/>
      <dgm:t>
        <a:bodyPr/>
        <a:lstStyle/>
        <a:p>
          <a:endParaRPr lang="LID4096"/>
        </a:p>
      </dgm:t>
    </dgm:pt>
    <dgm:pt modelId="{862530B8-BB8F-40EF-9D7B-77DDA348F486}">
      <dgm:prSet phldrT="[Text]"/>
      <dgm:spPr/>
      <dgm:t>
        <a:bodyPr/>
        <a:lstStyle/>
        <a:p>
          <a:r>
            <a:rPr lang="en-US" dirty="0"/>
            <a:t> SWB-5D</a:t>
          </a:r>
        </a:p>
      </dgm:t>
    </dgm:pt>
    <dgm:pt modelId="{60AB64A1-2606-4CCF-886C-D0F3D0E660E5}" type="parTrans" cxnId="{6911DFF3-1E88-4E3C-9577-6430C2EC40BF}">
      <dgm:prSet/>
      <dgm:spPr/>
      <dgm:t>
        <a:bodyPr/>
        <a:lstStyle/>
        <a:p>
          <a:endParaRPr lang="LID4096"/>
        </a:p>
      </dgm:t>
    </dgm:pt>
    <dgm:pt modelId="{84B5180D-C849-4F57-BB46-1D48503850B5}" type="sibTrans" cxnId="{6911DFF3-1E88-4E3C-9577-6430C2EC40BF}">
      <dgm:prSet/>
      <dgm:spPr/>
      <dgm:t>
        <a:bodyPr/>
        <a:lstStyle/>
        <a:p>
          <a:endParaRPr lang="LID4096"/>
        </a:p>
      </dgm:t>
    </dgm:pt>
    <dgm:pt modelId="{E44685B4-039F-4CFA-8F09-0D4A762F1D86}">
      <dgm:prSet phldrT="[Text]"/>
      <dgm:spPr/>
      <dgm:t>
        <a:bodyPr/>
        <a:lstStyle/>
        <a:p>
          <a:r>
            <a:rPr lang="en-US" dirty="0"/>
            <a:t>Module B</a:t>
          </a:r>
        </a:p>
        <a:p>
          <a:r>
            <a:rPr lang="en-US" dirty="0"/>
            <a:t>Well-being measures</a:t>
          </a:r>
        </a:p>
      </dgm:t>
    </dgm:pt>
    <dgm:pt modelId="{68BA0090-EB3D-4090-8AB2-2557A3859368}" type="parTrans" cxnId="{0900516D-6303-486A-959D-F198AE5F1C41}">
      <dgm:prSet/>
      <dgm:spPr/>
      <dgm:t>
        <a:bodyPr/>
        <a:lstStyle/>
        <a:p>
          <a:endParaRPr lang="LID4096"/>
        </a:p>
      </dgm:t>
    </dgm:pt>
    <dgm:pt modelId="{E4840A8A-A18B-4F7D-96E4-149D7E254EC2}" type="sibTrans" cxnId="{0900516D-6303-486A-959D-F198AE5F1C41}">
      <dgm:prSet/>
      <dgm:spPr/>
      <dgm:t>
        <a:bodyPr/>
        <a:lstStyle/>
        <a:p>
          <a:endParaRPr lang="LID4096"/>
        </a:p>
      </dgm:t>
    </dgm:pt>
    <dgm:pt modelId="{1A3A51D5-408C-4E51-8926-2AC344A16616}">
      <dgm:prSet phldrT="[Text]"/>
      <dgm:spPr/>
      <dgm:t>
        <a:bodyPr/>
        <a:lstStyle/>
        <a:p>
          <a:r>
            <a:rPr lang="en-US" dirty="0"/>
            <a:t>Age, gender, social care status</a:t>
          </a:r>
        </a:p>
      </dgm:t>
    </dgm:pt>
    <dgm:pt modelId="{850174E6-B46A-4769-8D6D-96C79CF3DE2A}" type="parTrans" cxnId="{C0F8AAB7-7244-4FA7-B283-FC8D6B1DFBF9}">
      <dgm:prSet/>
      <dgm:spPr/>
      <dgm:t>
        <a:bodyPr/>
        <a:lstStyle/>
        <a:p>
          <a:endParaRPr lang="LID4096"/>
        </a:p>
      </dgm:t>
    </dgm:pt>
    <dgm:pt modelId="{B58CD81D-CD40-42C8-8683-89F392871BC5}" type="sibTrans" cxnId="{C0F8AAB7-7244-4FA7-B283-FC8D6B1DFBF9}">
      <dgm:prSet/>
      <dgm:spPr/>
      <dgm:t>
        <a:bodyPr/>
        <a:lstStyle/>
        <a:p>
          <a:endParaRPr lang="LID4096"/>
        </a:p>
      </dgm:t>
    </dgm:pt>
    <dgm:pt modelId="{30C56A60-90B8-468D-BA8E-CFA612FE091B}">
      <dgm:prSet/>
      <dgm:spPr/>
      <dgm:t>
        <a:bodyPr/>
        <a:lstStyle/>
        <a:p>
          <a:r>
            <a:rPr lang="en-US" dirty="0"/>
            <a:t> OECD questions (eudaimonic)</a:t>
          </a:r>
        </a:p>
      </dgm:t>
    </dgm:pt>
    <dgm:pt modelId="{D6A2441E-EF88-497D-928D-048B2DD633F3}" type="parTrans" cxnId="{1CC83ECC-F4A3-440B-954F-12EE3C166976}">
      <dgm:prSet/>
      <dgm:spPr/>
      <dgm:t>
        <a:bodyPr/>
        <a:lstStyle/>
        <a:p>
          <a:endParaRPr lang="LID4096"/>
        </a:p>
      </dgm:t>
    </dgm:pt>
    <dgm:pt modelId="{31821E90-E67C-4A2E-A91F-9B94399B94AA}" type="sibTrans" cxnId="{1CC83ECC-F4A3-440B-954F-12EE3C166976}">
      <dgm:prSet/>
      <dgm:spPr/>
      <dgm:t>
        <a:bodyPr/>
        <a:lstStyle/>
        <a:p>
          <a:endParaRPr lang="LID4096"/>
        </a:p>
      </dgm:t>
    </dgm:pt>
    <dgm:pt modelId="{243B64DC-0EA2-4339-8DAC-37FB973184E5}" type="pres">
      <dgm:prSet presAssocID="{08D8518F-32CD-4762-AAC2-0ABB92D7258A}" presName="Name0" presStyleCnt="0">
        <dgm:presLayoutVars>
          <dgm:dir/>
          <dgm:animLvl val="lvl"/>
          <dgm:resizeHandles val="exact"/>
        </dgm:presLayoutVars>
      </dgm:prSet>
      <dgm:spPr/>
    </dgm:pt>
    <dgm:pt modelId="{BA5E246D-FCBB-4F3A-ACFD-17755E94C44E}" type="pres">
      <dgm:prSet presAssocID="{3C5EE630-500A-42C3-B42D-F04B4812991F}" presName="linNode" presStyleCnt="0"/>
      <dgm:spPr/>
    </dgm:pt>
    <dgm:pt modelId="{F0537B87-0934-4662-AE18-1CD7F6461693}" type="pres">
      <dgm:prSet presAssocID="{3C5EE630-500A-42C3-B42D-F04B4812991F}" presName="parTx" presStyleLbl="revTx" presStyleIdx="0" presStyleCnt="6">
        <dgm:presLayoutVars>
          <dgm:chMax val="1"/>
          <dgm:bulletEnabled val="1"/>
        </dgm:presLayoutVars>
      </dgm:prSet>
      <dgm:spPr/>
    </dgm:pt>
    <dgm:pt modelId="{B760D8FD-0D30-41DE-9D03-028F09A445A0}" type="pres">
      <dgm:prSet presAssocID="{3C5EE630-500A-42C3-B42D-F04B4812991F}" presName="bracket" presStyleLbl="parChTrans1D1" presStyleIdx="0" presStyleCnt="6"/>
      <dgm:spPr/>
    </dgm:pt>
    <dgm:pt modelId="{04522299-1F96-4CC5-9B1F-5DC161683A81}" type="pres">
      <dgm:prSet presAssocID="{3C5EE630-500A-42C3-B42D-F04B4812991F}" presName="spH" presStyleCnt="0"/>
      <dgm:spPr/>
    </dgm:pt>
    <dgm:pt modelId="{C1614CAD-675B-4A76-8FC3-DB935CAC55A0}" type="pres">
      <dgm:prSet presAssocID="{3C5EE630-500A-42C3-B42D-F04B4812991F}" presName="desTx" presStyleLbl="node1" presStyleIdx="0" presStyleCnt="6">
        <dgm:presLayoutVars>
          <dgm:bulletEnabled val="1"/>
        </dgm:presLayoutVars>
      </dgm:prSet>
      <dgm:spPr/>
    </dgm:pt>
    <dgm:pt modelId="{77452C6E-1969-43F1-B57A-F2DC441AE4E5}" type="pres">
      <dgm:prSet presAssocID="{F0DAEA73-F38B-4248-BFEA-4285EE968425}" presName="spV" presStyleCnt="0"/>
      <dgm:spPr/>
    </dgm:pt>
    <dgm:pt modelId="{3CFF7140-E12D-4299-91EB-BC5694E3C1B7}" type="pres">
      <dgm:prSet presAssocID="{E44685B4-039F-4CFA-8F09-0D4A762F1D86}" presName="linNode" presStyleCnt="0"/>
      <dgm:spPr/>
    </dgm:pt>
    <dgm:pt modelId="{D8256CBF-DDFE-4385-BADB-D79758B7EA61}" type="pres">
      <dgm:prSet presAssocID="{E44685B4-039F-4CFA-8F09-0D4A762F1D86}" presName="parTx" presStyleLbl="revTx" presStyleIdx="1" presStyleCnt="6">
        <dgm:presLayoutVars>
          <dgm:chMax val="1"/>
          <dgm:bulletEnabled val="1"/>
        </dgm:presLayoutVars>
      </dgm:prSet>
      <dgm:spPr/>
    </dgm:pt>
    <dgm:pt modelId="{6FCEBB15-9BD4-4F30-9B10-46C0EBE07FE7}" type="pres">
      <dgm:prSet presAssocID="{E44685B4-039F-4CFA-8F09-0D4A762F1D86}" presName="bracket" presStyleLbl="parChTrans1D1" presStyleIdx="1" presStyleCnt="6"/>
      <dgm:spPr/>
    </dgm:pt>
    <dgm:pt modelId="{FA66B6CF-F864-4A0B-912A-D85573C22BEA}" type="pres">
      <dgm:prSet presAssocID="{E44685B4-039F-4CFA-8F09-0D4A762F1D86}" presName="spH" presStyleCnt="0"/>
      <dgm:spPr/>
    </dgm:pt>
    <dgm:pt modelId="{F8295B21-8448-4997-B4BB-9DC79856FB2A}" type="pres">
      <dgm:prSet presAssocID="{E44685B4-039F-4CFA-8F09-0D4A762F1D86}" presName="desTx" presStyleLbl="node1" presStyleIdx="1" presStyleCnt="6">
        <dgm:presLayoutVars>
          <dgm:bulletEnabled val="1"/>
        </dgm:presLayoutVars>
      </dgm:prSet>
      <dgm:spPr/>
    </dgm:pt>
    <dgm:pt modelId="{071A7F20-495B-4CD5-9C80-8F2A0913695A}" type="pres">
      <dgm:prSet presAssocID="{E4840A8A-A18B-4F7D-96E4-149D7E254EC2}" presName="spV" presStyleCnt="0"/>
      <dgm:spPr/>
    </dgm:pt>
    <dgm:pt modelId="{00808910-E73C-4A0D-BC18-5A941C9F0A04}" type="pres">
      <dgm:prSet presAssocID="{4E20D7A1-5598-4538-9DAA-6B3B22DBD716}" presName="linNode" presStyleCnt="0"/>
      <dgm:spPr/>
    </dgm:pt>
    <dgm:pt modelId="{13924657-923B-45B5-A196-79AE026A1B97}" type="pres">
      <dgm:prSet presAssocID="{4E20D7A1-5598-4538-9DAA-6B3B22DBD716}" presName="parTx" presStyleLbl="revTx" presStyleIdx="2" presStyleCnt="6">
        <dgm:presLayoutVars>
          <dgm:chMax val="1"/>
          <dgm:bulletEnabled val="1"/>
        </dgm:presLayoutVars>
      </dgm:prSet>
      <dgm:spPr/>
    </dgm:pt>
    <dgm:pt modelId="{C53F47BE-FC39-49CA-A207-2733081C70E4}" type="pres">
      <dgm:prSet presAssocID="{4E20D7A1-5598-4538-9DAA-6B3B22DBD716}" presName="bracket" presStyleLbl="parChTrans1D1" presStyleIdx="2" presStyleCnt="6"/>
      <dgm:spPr/>
    </dgm:pt>
    <dgm:pt modelId="{033B0D44-154D-466C-8CCE-3EAC31AEC537}" type="pres">
      <dgm:prSet presAssocID="{4E20D7A1-5598-4538-9DAA-6B3B22DBD716}" presName="spH" presStyleCnt="0"/>
      <dgm:spPr/>
    </dgm:pt>
    <dgm:pt modelId="{53E4095A-E0E1-479E-A88C-6C6D51031650}" type="pres">
      <dgm:prSet presAssocID="{4E20D7A1-5598-4538-9DAA-6B3B22DBD716}" presName="desTx" presStyleLbl="node1" presStyleIdx="2" presStyleCnt="6">
        <dgm:presLayoutVars>
          <dgm:bulletEnabled val="1"/>
        </dgm:presLayoutVars>
      </dgm:prSet>
      <dgm:spPr/>
    </dgm:pt>
    <dgm:pt modelId="{9805AB18-C04A-4C62-B84D-CAE55E06902B}" type="pres">
      <dgm:prSet presAssocID="{0DE5AB3F-8F90-4460-BA0D-AECF1C723844}" presName="spV" presStyleCnt="0"/>
      <dgm:spPr/>
    </dgm:pt>
    <dgm:pt modelId="{F7DCF75C-5EDF-4FFC-96FA-84EC3F070A7D}" type="pres">
      <dgm:prSet presAssocID="{F1C979F3-02C3-485D-B5DF-DB39CA85402D}" presName="linNode" presStyleCnt="0"/>
      <dgm:spPr/>
    </dgm:pt>
    <dgm:pt modelId="{3316CFB0-B60E-4B13-B10C-6D0ED37FB0F2}" type="pres">
      <dgm:prSet presAssocID="{F1C979F3-02C3-485D-B5DF-DB39CA85402D}" presName="parTx" presStyleLbl="revTx" presStyleIdx="3" presStyleCnt="6">
        <dgm:presLayoutVars>
          <dgm:chMax val="1"/>
          <dgm:bulletEnabled val="1"/>
        </dgm:presLayoutVars>
      </dgm:prSet>
      <dgm:spPr/>
    </dgm:pt>
    <dgm:pt modelId="{0141BAF7-58E4-4355-A968-1864A4F7D4F9}" type="pres">
      <dgm:prSet presAssocID="{F1C979F3-02C3-485D-B5DF-DB39CA85402D}" presName="bracket" presStyleLbl="parChTrans1D1" presStyleIdx="3" presStyleCnt="6"/>
      <dgm:spPr/>
    </dgm:pt>
    <dgm:pt modelId="{21C31395-4B3B-4D45-86A2-216C02B346DB}" type="pres">
      <dgm:prSet presAssocID="{F1C979F3-02C3-485D-B5DF-DB39CA85402D}" presName="spH" presStyleCnt="0"/>
      <dgm:spPr/>
    </dgm:pt>
    <dgm:pt modelId="{D3F82EDF-3883-444E-B03B-5006F1584D24}" type="pres">
      <dgm:prSet presAssocID="{F1C979F3-02C3-485D-B5DF-DB39CA85402D}" presName="desTx" presStyleLbl="node1" presStyleIdx="3" presStyleCnt="6">
        <dgm:presLayoutVars>
          <dgm:bulletEnabled val="1"/>
        </dgm:presLayoutVars>
      </dgm:prSet>
      <dgm:spPr/>
    </dgm:pt>
    <dgm:pt modelId="{C6FE71E1-E397-4D68-8D75-7703E3A39585}" type="pres">
      <dgm:prSet presAssocID="{5B01C31E-4F71-46E1-94C1-B9331DF3E429}" presName="spV" presStyleCnt="0"/>
      <dgm:spPr/>
    </dgm:pt>
    <dgm:pt modelId="{BC07E776-1C77-4EEA-9D35-8006B177980A}" type="pres">
      <dgm:prSet presAssocID="{E6265E96-B282-4E08-BD96-143321E2A110}" presName="linNode" presStyleCnt="0"/>
      <dgm:spPr/>
    </dgm:pt>
    <dgm:pt modelId="{C5DF5B5A-1E20-41F0-836E-6705AFBB2012}" type="pres">
      <dgm:prSet presAssocID="{E6265E96-B282-4E08-BD96-143321E2A110}" presName="parTx" presStyleLbl="revTx" presStyleIdx="4" presStyleCnt="6">
        <dgm:presLayoutVars>
          <dgm:chMax val="1"/>
          <dgm:bulletEnabled val="1"/>
        </dgm:presLayoutVars>
      </dgm:prSet>
      <dgm:spPr/>
    </dgm:pt>
    <dgm:pt modelId="{38FA81DD-6AC4-4DA7-91FB-7E8BC0CE9B4A}" type="pres">
      <dgm:prSet presAssocID="{E6265E96-B282-4E08-BD96-143321E2A110}" presName="bracket" presStyleLbl="parChTrans1D1" presStyleIdx="4" presStyleCnt="6"/>
      <dgm:spPr/>
    </dgm:pt>
    <dgm:pt modelId="{76372F4A-F664-438F-BAEF-918847E61453}" type="pres">
      <dgm:prSet presAssocID="{E6265E96-B282-4E08-BD96-143321E2A110}" presName="spH" presStyleCnt="0"/>
      <dgm:spPr/>
    </dgm:pt>
    <dgm:pt modelId="{D50D6F78-E2A9-4816-A34A-9CFC3FF17C05}" type="pres">
      <dgm:prSet presAssocID="{E6265E96-B282-4E08-BD96-143321E2A110}" presName="desTx" presStyleLbl="node1" presStyleIdx="4" presStyleCnt="6">
        <dgm:presLayoutVars>
          <dgm:bulletEnabled val="1"/>
        </dgm:presLayoutVars>
      </dgm:prSet>
      <dgm:spPr/>
    </dgm:pt>
    <dgm:pt modelId="{75065B77-F39B-4348-B242-3E590074A19D}" type="pres">
      <dgm:prSet presAssocID="{61FB0916-BD04-48A9-9EB4-1F9887C7B1BE}" presName="spV" presStyleCnt="0"/>
      <dgm:spPr/>
    </dgm:pt>
    <dgm:pt modelId="{2F8E4B83-E73D-4208-A62F-98498486919F}" type="pres">
      <dgm:prSet presAssocID="{BDDA5BFD-FB15-45FF-9700-71EE91F445E0}" presName="linNode" presStyleCnt="0"/>
      <dgm:spPr/>
    </dgm:pt>
    <dgm:pt modelId="{AD39A0BA-1C2B-460C-9CB0-842B1D63A25D}" type="pres">
      <dgm:prSet presAssocID="{BDDA5BFD-FB15-45FF-9700-71EE91F445E0}" presName="parTx" presStyleLbl="revTx" presStyleIdx="5" presStyleCnt="6">
        <dgm:presLayoutVars>
          <dgm:chMax val="1"/>
          <dgm:bulletEnabled val="1"/>
        </dgm:presLayoutVars>
      </dgm:prSet>
      <dgm:spPr/>
    </dgm:pt>
    <dgm:pt modelId="{2BD72470-AFA0-4B81-A7C7-09E08C3EB1B1}" type="pres">
      <dgm:prSet presAssocID="{BDDA5BFD-FB15-45FF-9700-71EE91F445E0}" presName="bracket" presStyleLbl="parChTrans1D1" presStyleIdx="5" presStyleCnt="6"/>
      <dgm:spPr/>
    </dgm:pt>
    <dgm:pt modelId="{726788E6-FB61-405E-8BA8-BEDE083F8287}" type="pres">
      <dgm:prSet presAssocID="{BDDA5BFD-FB15-45FF-9700-71EE91F445E0}" presName="spH" presStyleCnt="0"/>
      <dgm:spPr/>
    </dgm:pt>
    <dgm:pt modelId="{DB420EF1-A6D3-4C0B-84B7-356EA97ABFC7}" type="pres">
      <dgm:prSet presAssocID="{BDDA5BFD-FB15-45FF-9700-71EE91F445E0}" presName="desTx" presStyleLbl="node1" presStyleIdx="5" presStyleCnt="6">
        <dgm:presLayoutVars>
          <dgm:bulletEnabled val="1"/>
        </dgm:presLayoutVars>
      </dgm:prSet>
      <dgm:spPr/>
    </dgm:pt>
  </dgm:ptLst>
  <dgm:cxnLst>
    <dgm:cxn modelId="{1571F208-8454-44A9-A8BA-FB8ED1D13CBE}" type="presOf" srcId="{E6265E96-B282-4E08-BD96-143321E2A110}" destId="{C5DF5B5A-1E20-41F0-836E-6705AFBB2012}" srcOrd="0" destOrd="0" presId="urn:diagrams.loki3.com/BracketList"/>
    <dgm:cxn modelId="{0151000D-8427-423B-BF8D-84C20C317096}" srcId="{E44685B4-039F-4CFA-8F09-0D4A762F1D86}" destId="{5CB34FBA-07E1-446E-99A4-D3A299E98D88}" srcOrd="2" destOrd="0" parTransId="{174E9D9B-4A41-43D8-B04B-D48BE3385B6E}" sibTransId="{F96678B8-2949-4844-99BD-55554169AFC2}"/>
    <dgm:cxn modelId="{86B02C0D-295E-4A5A-9447-D7BDA931D9D6}" srcId="{08D8518F-32CD-4762-AAC2-0ABB92D7258A}" destId="{4E20D7A1-5598-4538-9DAA-6B3B22DBD716}" srcOrd="2" destOrd="0" parTransId="{FE235C64-2033-4FD3-A9CC-0C3F3084BA6B}" sibTransId="{0DE5AB3F-8F90-4460-BA0D-AECF1C723844}"/>
    <dgm:cxn modelId="{E9967216-0F75-4D16-889E-547693CD5FE7}" srcId="{08D8518F-32CD-4762-AAC2-0ABB92D7258A}" destId="{F1C979F3-02C3-485D-B5DF-DB39CA85402D}" srcOrd="3" destOrd="0" parTransId="{773DD392-94C9-41EF-B8D1-C9442AF9B801}" sibTransId="{5B01C31E-4F71-46E1-94C1-B9331DF3E429}"/>
    <dgm:cxn modelId="{E9A85A18-823D-46D2-A482-35EFF23271BD}" srcId="{E44685B4-039F-4CFA-8F09-0D4A762F1D86}" destId="{80C8B38C-4026-40FD-ACED-F541E1F9FF03}" srcOrd="3" destOrd="0" parTransId="{F50D413D-35D5-4A4B-8F8B-0A383AA3AB6A}" sibTransId="{12B85923-0436-4EF7-B66A-DF614D87145C}"/>
    <dgm:cxn modelId="{B3AE361E-E4E6-443F-A7EA-B724FEA4EB52}" srcId="{F1C979F3-02C3-485D-B5DF-DB39CA85402D}" destId="{EEF2D206-677E-4CF9-B09F-21873033F812}" srcOrd="2" destOrd="0" parTransId="{E012B5C1-4D89-4D96-B63E-29611C2B3F76}" sibTransId="{A6466AE0-EAD6-40F3-B929-E3B616E36A0E}"/>
    <dgm:cxn modelId="{4059D923-B1FA-428B-A159-190B0D4BE27A}" srcId="{08D8518F-32CD-4762-AAC2-0ABB92D7258A}" destId="{E6265E96-B282-4E08-BD96-143321E2A110}" srcOrd="4" destOrd="0" parTransId="{44A412A5-0DDC-40C5-989C-C46C76CE56B7}" sibTransId="{61FB0916-BD04-48A9-9EB4-1F9887C7B1BE}"/>
    <dgm:cxn modelId="{8B2B762D-04D6-473D-BDA4-20E46A89EBB4}" type="presOf" srcId="{4E20D7A1-5598-4538-9DAA-6B3B22DBD716}" destId="{13924657-923B-45B5-A196-79AE026A1B97}" srcOrd="0" destOrd="0" presId="urn:diagrams.loki3.com/BracketList"/>
    <dgm:cxn modelId="{D1F90032-90FC-42FD-8D4A-104CE34B55C5}" type="presOf" srcId="{BDDA5BFD-FB15-45FF-9700-71EE91F445E0}" destId="{AD39A0BA-1C2B-460C-9CB0-842B1D63A25D}" srcOrd="0" destOrd="0" presId="urn:diagrams.loki3.com/BracketList"/>
    <dgm:cxn modelId="{50934036-A831-4C2B-BF94-A86FFA8B763D}" srcId="{E44685B4-039F-4CFA-8F09-0D4A762F1D86}" destId="{A81ADFE8-18C3-43D5-B115-4CC6BB62917D}" srcOrd="0" destOrd="0" parTransId="{BBE2ED35-98D5-4F42-A26E-AAB5FBC0E6E3}" sibTransId="{A3AA48A3-C845-47A6-8C7A-A267711B3365}"/>
    <dgm:cxn modelId="{1A022438-6282-4554-A51D-86236F5A71E9}" srcId="{E44685B4-039F-4CFA-8F09-0D4A762F1D86}" destId="{CA4BB4F3-C3BA-4133-95CD-60E29A8849ED}" srcOrd="1" destOrd="0" parTransId="{CDD9A59B-3DB9-4927-94A9-4AB5EEEAF4DF}" sibTransId="{B802D52D-3BD3-4C4F-BCE2-0C6C5508A09F}"/>
    <dgm:cxn modelId="{24BF8D39-88BE-4DE2-A686-BF2F5636448C}" type="presOf" srcId="{CA4BB4F3-C3BA-4133-95CD-60E29A8849ED}" destId="{F8295B21-8448-4997-B4BB-9DC79856FB2A}" srcOrd="0" destOrd="1" presId="urn:diagrams.loki3.com/BracketList"/>
    <dgm:cxn modelId="{D5623A3D-1382-4EA5-B820-741728680E1A}" srcId="{E44685B4-039F-4CFA-8F09-0D4A762F1D86}" destId="{0A754E0E-657D-4E28-B49D-9B7095A11E97}" srcOrd="6" destOrd="0" parTransId="{7B06A1D4-5646-4368-B140-5A1DA6AD063F}" sibTransId="{6D9523C4-6FD1-4384-8CBE-1787B1BA44A3}"/>
    <dgm:cxn modelId="{59A3AA3D-F395-45E4-86CC-05CE6082FAF0}" srcId="{E44685B4-039F-4CFA-8F09-0D4A762F1D86}" destId="{7DF598F4-E4A4-494E-B7C7-D585EEFFB11F}" srcOrd="7" destOrd="0" parTransId="{A8B5E3B9-8439-4F72-8FCF-643A8713B8CC}" sibTransId="{8B18B7EA-0318-438A-80A5-F5DF6A808E5A}"/>
    <dgm:cxn modelId="{25A74740-1A4D-40BA-96EA-A8C2BC49699B}" type="presOf" srcId="{902BD23A-0FF7-477D-B915-A085F4E46DF3}" destId="{D50D6F78-E2A9-4816-A34A-9CFC3FF17C05}" srcOrd="0" destOrd="0" presId="urn:diagrams.loki3.com/BracketList"/>
    <dgm:cxn modelId="{00392E44-6EC6-42AB-80BC-7066986AF5C5}" type="presOf" srcId="{0A754E0E-657D-4E28-B49D-9B7095A11E97}" destId="{F8295B21-8448-4997-B4BB-9DC79856FB2A}" srcOrd="0" destOrd="6" presId="urn:diagrams.loki3.com/BracketList"/>
    <dgm:cxn modelId="{0900516D-6303-486A-959D-F198AE5F1C41}" srcId="{08D8518F-32CD-4762-AAC2-0ABB92D7258A}" destId="{E44685B4-039F-4CFA-8F09-0D4A762F1D86}" srcOrd="1" destOrd="0" parTransId="{68BA0090-EB3D-4090-8AB2-2557A3859368}" sibTransId="{E4840A8A-A18B-4F7D-96E4-149D7E254EC2}"/>
    <dgm:cxn modelId="{92C46471-A184-4608-84C4-21344B8A019E}" type="presOf" srcId="{13A29279-AE8C-4F2A-88DD-B700BDD73D3E}" destId="{D3F82EDF-3883-444E-B03B-5006F1584D24}" srcOrd="0" destOrd="0" presId="urn:diagrams.loki3.com/BracketList"/>
    <dgm:cxn modelId="{CA9AA172-249F-4EA3-8E7E-3185B743074D}" type="presOf" srcId="{C83DF064-A732-4FFA-91A1-E8FE92307F2F}" destId="{D50D6F78-E2A9-4816-A34A-9CFC3FF17C05}" srcOrd="0" destOrd="1" presId="urn:diagrams.loki3.com/BracketList"/>
    <dgm:cxn modelId="{1AE33453-BFBA-425C-8299-4914DB301AC9}" type="presOf" srcId="{E8D281F6-F116-4886-AECC-18B359B8D64F}" destId="{53E4095A-E0E1-479E-A88C-6C6D51031650}" srcOrd="0" destOrd="0" presId="urn:diagrams.loki3.com/BracketList"/>
    <dgm:cxn modelId="{565B837D-3080-4574-BBA5-3CACD12EBB9C}" type="presOf" srcId="{1A3A51D5-408C-4E51-8926-2AC344A16616}" destId="{C1614CAD-675B-4A76-8FC3-DB935CAC55A0}" srcOrd="0" destOrd="0" presId="urn:diagrams.loki3.com/BracketList"/>
    <dgm:cxn modelId="{B9138E85-B6FE-42F6-8718-EB2E025F2BAF}" type="presOf" srcId="{EEF2D206-677E-4CF9-B09F-21873033F812}" destId="{D3F82EDF-3883-444E-B03B-5006F1584D24}" srcOrd="0" destOrd="2" presId="urn:diagrams.loki3.com/BracketList"/>
    <dgm:cxn modelId="{41BE7988-9978-4B75-9174-2AB6EDBD2D57}" type="presOf" srcId="{F1C979F3-02C3-485D-B5DF-DB39CA85402D}" destId="{3316CFB0-B60E-4B13-B10C-6D0ED37FB0F2}" srcOrd="0" destOrd="0" presId="urn:diagrams.loki3.com/BracketList"/>
    <dgm:cxn modelId="{0D4A74A3-72C5-450C-9BF6-AAFAE05649C3}" type="presOf" srcId="{E44685B4-039F-4CFA-8F09-0D4A762F1D86}" destId="{D8256CBF-DDFE-4385-BADB-D79758B7EA61}" srcOrd="0" destOrd="0" presId="urn:diagrams.loki3.com/BracketList"/>
    <dgm:cxn modelId="{109CA0A3-112B-44B5-9685-07EF76FF0FE9}" type="presOf" srcId="{7DF598F4-E4A4-494E-B7C7-D585EEFFB11F}" destId="{F8295B21-8448-4997-B4BB-9DC79856FB2A}" srcOrd="0" destOrd="7" presId="urn:diagrams.loki3.com/BracketList"/>
    <dgm:cxn modelId="{077F36AA-A58D-4FBD-93AF-8C7FEA10D339}" srcId="{E44685B4-039F-4CFA-8F09-0D4A762F1D86}" destId="{76573E5F-106F-497A-AD2E-D5CC98F9F7C8}" srcOrd="4" destOrd="0" parTransId="{5BBD9425-73AC-42E0-B754-5542E313B633}" sibTransId="{59C3EE74-48DD-4B39-B8BF-6134D80F19BA}"/>
    <dgm:cxn modelId="{C0F8AAB7-7244-4FA7-B283-FC8D6B1DFBF9}" srcId="{3C5EE630-500A-42C3-B42D-F04B4812991F}" destId="{1A3A51D5-408C-4E51-8926-2AC344A16616}" srcOrd="0" destOrd="0" parTransId="{850174E6-B46A-4769-8D6D-96C79CF3DE2A}" sibTransId="{B58CD81D-CD40-42C8-8683-89F392871BC5}"/>
    <dgm:cxn modelId="{DD6585B8-F14A-43A1-A301-E1D1E5B47E28}" srcId="{08D8518F-32CD-4762-AAC2-0ABB92D7258A}" destId="{3C5EE630-500A-42C3-B42D-F04B4812991F}" srcOrd="0" destOrd="0" parTransId="{C2767CC7-DBB6-4335-A8A7-135209540DEB}" sibTransId="{F0DAEA73-F38B-4248-BFEA-4285EE968425}"/>
    <dgm:cxn modelId="{088D44C2-B34F-40CE-8BCB-4D8FF58920E4}" type="presOf" srcId="{5CB34FBA-07E1-446E-99A4-D3A299E98D88}" destId="{F8295B21-8448-4997-B4BB-9DC79856FB2A}" srcOrd="0" destOrd="2" presId="urn:diagrams.loki3.com/BracketList"/>
    <dgm:cxn modelId="{FDCC58C2-B620-4C00-84F4-80ADE0B017D9}" type="presOf" srcId="{A81ADFE8-18C3-43D5-B115-4CC6BB62917D}" destId="{F8295B21-8448-4997-B4BB-9DC79856FB2A}" srcOrd="0" destOrd="0" presId="urn:diagrams.loki3.com/BracketList"/>
    <dgm:cxn modelId="{F86A12C5-8FCD-49C2-A620-0B1536177748}" type="presOf" srcId="{862530B8-BB8F-40EF-9D7B-77DDA348F486}" destId="{F8295B21-8448-4997-B4BB-9DC79856FB2A}" srcOrd="0" destOrd="5" presId="urn:diagrams.loki3.com/BracketList"/>
    <dgm:cxn modelId="{753663C5-C163-41AF-BAAC-1E3B43C206B4}" type="presOf" srcId="{3C5EE630-500A-42C3-B42D-F04B4812991F}" destId="{F0537B87-0934-4662-AE18-1CD7F6461693}" srcOrd="0" destOrd="0" presId="urn:diagrams.loki3.com/BracketList"/>
    <dgm:cxn modelId="{1CC83ECC-F4A3-440B-954F-12EE3C166976}" srcId="{F1C979F3-02C3-485D-B5DF-DB39CA85402D}" destId="{30C56A60-90B8-468D-BA8E-CFA612FE091B}" srcOrd="1" destOrd="0" parTransId="{D6A2441E-EF88-497D-928D-048B2DD633F3}" sibTransId="{31821E90-E67C-4A2E-A91F-9B94399B94AA}"/>
    <dgm:cxn modelId="{FE5947CF-BBB2-4D6F-81FE-454EE511D12D}" type="presOf" srcId="{D7CA204E-16BE-43D5-8281-432468A0C4C3}" destId="{DB420EF1-A6D3-4C0B-84B7-356EA97ABFC7}" srcOrd="0" destOrd="0" presId="urn:diagrams.loki3.com/BracketList"/>
    <dgm:cxn modelId="{1BE737D3-D77E-4709-A2B6-27E6AB7D3CDA}" srcId="{08D8518F-32CD-4762-AAC2-0ABB92D7258A}" destId="{BDDA5BFD-FB15-45FF-9700-71EE91F445E0}" srcOrd="5" destOrd="0" parTransId="{36742222-9ABC-431A-8660-8223DFE7270F}" sibTransId="{48BD01AD-55BF-4175-BC3D-0FF4F4C12E28}"/>
    <dgm:cxn modelId="{3FE955D8-F41F-4575-93A0-4DD4FE0F3CA2}" type="presOf" srcId="{80C8B38C-4026-40FD-ACED-F541E1F9FF03}" destId="{F8295B21-8448-4997-B4BB-9DC79856FB2A}" srcOrd="0" destOrd="3" presId="urn:diagrams.loki3.com/BracketList"/>
    <dgm:cxn modelId="{133081D9-9B35-4F2E-859A-41A1716CF62D}" srcId="{E6265E96-B282-4E08-BD96-143321E2A110}" destId="{902BD23A-0FF7-477D-B915-A085F4E46DF3}" srcOrd="0" destOrd="0" parTransId="{653E8BB9-CA50-43E5-84BC-8D4159CE37D4}" sibTransId="{CBFD87F5-0B15-4380-A9D8-72BBCDF1D8E1}"/>
    <dgm:cxn modelId="{3CE04EDB-DDCC-4141-913D-FCA0EC76801D}" srcId="{E6265E96-B282-4E08-BD96-143321E2A110}" destId="{C83DF064-A732-4FFA-91A1-E8FE92307F2F}" srcOrd="1" destOrd="0" parTransId="{9528F818-7543-4D19-9CB6-E3ED2C49A33D}" sibTransId="{058CF57C-EB94-4D45-B6DA-A8B0A6A7E426}"/>
    <dgm:cxn modelId="{5587C1DE-AB2E-4334-933F-AFD3A274DBFB}" type="presOf" srcId="{30C56A60-90B8-468D-BA8E-CFA612FE091B}" destId="{D3F82EDF-3883-444E-B03B-5006F1584D24}" srcOrd="0" destOrd="1" presId="urn:diagrams.loki3.com/BracketList"/>
    <dgm:cxn modelId="{B3D4DEDE-79FE-4C4F-824F-A653B772FBE8}" srcId="{F1C979F3-02C3-485D-B5DF-DB39CA85402D}" destId="{13A29279-AE8C-4F2A-88DD-B700BDD73D3E}" srcOrd="0" destOrd="0" parTransId="{A841D7F9-01FF-475E-8867-FE6849C720B5}" sibTransId="{5C1FC38C-3223-4174-A2C8-9740AEA9C414}"/>
    <dgm:cxn modelId="{33B930E1-D88D-4865-9479-22565E38C27E}" srcId="{BDDA5BFD-FB15-45FF-9700-71EE91F445E0}" destId="{D7CA204E-16BE-43D5-8281-432468A0C4C3}" srcOrd="0" destOrd="0" parTransId="{A1F61978-F18A-4493-9FBE-F643625BC155}" sibTransId="{125FE6D3-2C7F-4B2C-8F0D-A85AC05BA1E8}"/>
    <dgm:cxn modelId="{0C266AE2-475A-44A9-9BDF-A20AA40814AB}" type="presOf" srcId="{76573E5F-106F-497A-AD2E-D5CC98F9F7C8}" destId="{F8295B21-8448-4997-B4BB-9DC79856FB2A}" srcOrd="0" destOrd="4" presId="urn:diagrams.loki3.com/BracketList"/>
    <dgm:cxn modelId="{8DE9AEE4-E4DB-4629-9712-A3EFFC108FE6}" srcId="{4E20D7A1-5598-4538-9DAA-6B3B22DBD716}" destId="{E8D281F6-F116-4886-AECC-18B359B8D64F}" srcOrd="0" destOrd="0" parTransId="{C8CBF0AC-4137-4A83-9FA8-FC8D7625B583}" sibTransId="{FCB2EFCE-2E03-4CA0-A1CF-0CFF0C3EAAAF}"/>
    <dgm:cxn modelId="{6911DFF3-1E88-4E3C-9577-6430C2EC40BF}" srcId="{E44685B4-039F-4CFA-8F09-0D4A762F1D86}" destId="{862530B8-BB8F-40EF-9D7B-77DDA348F486}" srcOrd="5" destOrd="0" parTransId="{60AB64A1-2606-4CCF-886C-D0F3D0E660E5}" sibTransId="{84B5180D-C849-4F57-BB46-1D48503850B5}"/>
    <dgm:cxn modelId="{A03A48FE-BC38-45FE-84FA-5778A9F032C4}" type="presOf" srcId="{08D8518F-32CD-4762-AAC2-0ABB92D7258A}" destId="{243B64DC-0EA2-4339-8DAC-37FB973184E5}" srcOrd="0" destOrd="0" presId="urn:diagrams.loki3.com/BracketList"/>
    <dgm:cxn modelId="{25195BA1-A12C-4EF6-9FCC-B7ED5B3C4312}" type="presParOf" srcId="{243B64DC-0EA2-4339-8DAC-37FB973184E5}" destId="{BA5E246D-FCBB-4F3A-ACFD-17755E94C44E}" srcOrd="0" destOrd="0" presId="urn:diagrams.loki3.com/BracketList"/>
    <dgm:cxn modelId="{4EBAF561-E6D4-4A09-B380-508BC3A83A71}" type="presParOf" srcId="{BA5E246D-FCBB-4F3A-ACFD-17755E94C44E}" destId="{F0537B87-0934-4662-AE18-1CD7F6461693}" srcOrd="0" destOrd="0" presId="urn:diagrams.loki3.com/BracketList"/>
    <dgm:cxn modelId="{FAB07DA6-38DF-40E2-8C44-B787695465D2}" type="presParOf" srcId="{BA5E246D-FCBB-4F3A-ACFD-17755E94C44E}" destId="{B760D8FD-0D30-41DE-9D03-028F09A445A0}" srcOrd="1" destOrd="0" presId="urn:diagrams.loki3.com/BracketList"/>
    <dgm:cxn modelId="{B75D14D9-EB79-4BFC-8AE0-054F92F06B93}" type="presParOf" srcId="{BA5E246D-FCBB-4F3A-ACFD-17755E94C44E}" destId="{04522299-1F96-4CC5-9B1F-5DC161683A81}" srcOrd="2" destOrd="0" presId="urn:diagrams.loki3.com/BracketList"/>
    <dgm:cxn modelId="{4BAE26E8-4FD7-4E60-8FA2-7516A0D687EB}" type="presParOf" srcId="{BA5E246D-FCBB-4F3A-ACFD-17755E94C44E}" destId="{C1614CAD-675B-4A76-8FC3-DB935CAC55A0}" srcOrd="3" destOrd="0" presId="urn:diagrams.loki3.com/BracketList"/>
    <dgm:cxn modelId="{40C9040E-5376-4EA8-8DE5-732FBB7437FA}" type="presParOf" srcId="{243B64DC-0EA2-4339-8DAC-37FB973184E5}" destId="{77452C6E-1969-43F1-B57A-F2DC441AE4E5}" srcOrd="1" destOrd="0" presId="urn:diagrams.loki3.com/BracketList"/>
    <dgm:cxn modelId="{83D3B575-595F-4A1B-A61E-F0DF2590DF9D}" type="presParOf" srcId="{243B64DC-0EA2-4339-8DAC-37FB973184E5}" destId="{3CFF7140-E12D-4299-91EB-BC5694E3C1B7}" srcOrd="2" destOrd="0" presId="urn:diagrams.loki3.com/BracketList"/>
    <dgm:cxn modelId="{EED95C40-37D6-4E37-BA82-5B8DB597182C}" type="presParOf" srcId="{3CFF7140-E12D-4299-91EB-BC5694E3C1B7}" destId="{D8256CBF-DDFE-4385-BADB-D79758B7EA61}" srcOrd="0" destOrd="0" presId="urn:diagrams.loki3.com/BracketList"/>
    <dgm:cxn modelId="{2A8386D5-00EF-4D4E-8827-D11D3C0C3203}" type="presParOf" srcId="{3CFF7140-E12D-4299-91EB-BC5694E3C1B7}" destId="{6FCEBB15-9BD4-4F30-9B10-46C0EBE07FE7}" srcOrd="1" destOrd="0" presId="urn:diagrams.loki3.com/BracketList"/>
    <dgm:cxn modelId="{0F0B48C7-C68F-45CA-B564-7842832509EE}" type="presParOf" srcId="{3CFF7140-E12D-4299-91EB-BC5694E3C1B7}" destId="{FA66B6CF-F864-4A0B-912A-D85573C22BEA}" srcOrd="2" destOrd="0" presId="urn:diagrams.loki3.com/BracketList"/>
    <dgm:cxn modelId="{7200219E-B565-43A9-B8A1-04088655534A}" type="presParOf" srcId="{3CFF7140-E12D-4299-91EB-BC5694E3C1B7}" destId="{F8295B21-8448-4997-B4BB-9DC79856FB2A}" srcOrd="3" destOrd="0" presId="urn:diagrams.loki3.com/BracketList"/>
    <dgm:cxn modelId="{09EE47CA-3C4C-4B5B-BD15-CA260A47D346}" type="presParOf" srcId="{243B64DC-0EA2-4339-8DAC-37FB973184E5}" destId="{071A7F20-495B-4CD5-9C80-8F2A0913695A}" srcOrd="3" destOrd="0" presId="urn:diagrams.loki3.com/BracketList"/>
    <dgm:cxn modelId="{485D3C10-7502-48C9-B880-7450F4056851}" type="presParOf" srcId="{243B64DC-0EA2-4339-8DAC-37FB973184E5}" destId="{00808910-E73C-4A0D-BC18-5A941C9F0A04}" srcOrd="4" destOrd="0" presId="urn:diagrams.loki3.com/BracketList"/>
    <dgm:cxn modelId="{FF09DA6E-598E-4CD2-BF56-701D3F2F9BE3}" type="presParOf" srcId="{00808910-E73C-4A0D-BC18-5A941C9F0A04}" destId="{13924657-923B-45B5-A196-79AE026A1B97}" srcOrd="0" destOrd="0" presId="urn:diagrams.loki3.com/BracketList"/>
    <dgm:cxn modelId="{E37BB2F1-C64E-4760-A9EF-646754F97317}" type="presParOf" srcId="{00808910-E73C-4A0D-BC18-5A941C9F0A04}" destId="{C53F47BE-FC39-49CA-A207-2733081C70E4}" srcOrd="1" destOrd="0" presId="urn:diagrams.loki3.com/BracketList"/>
    <dgm:cxn modelId="{D65A044B-AEB5-4486-B792-140EE20E92FB}" type="presParOf" srcId="{00808910-E73C-4A0D-BC18-5A941C9F0A04}" destId="{033B0D44-154D-466C-8CCE-3EAC31AEC537}" srcOrd="2" destOrd="0" presId="urn:diagrams.loki3.com/BracketList"/>
    <dgm:cxn modelId="{DC2A6264-F469-4AAC-AC45-05BEF96A4263}" type="presParOf" srcId="{00808910-E73C-4A0D-BC18-5A941C9F0A04}" destId="{53E4095A-E0E1-479E-A88C-6C6D51031650}" srcOrd="3" destOrd="0" presId="urn:diagrams.loki3.com/BracketList"/>
    <dgm:cxn modelId="{82E4BA75-5DAA-402E-BAFE-17C2FFD0A533}" type="presParOf" srcId="{243B64DC-0EA2-4339-8DAC-37FB973184E5}" destId="{9805AB18-C04A-4C62-B84D-CAE55E06902B}" srcOrd="5" destOrd="0" presId="urn:diagrams.loki3.com/BracketList"/>
    <dgm:cxn modelId="{083C8580-FD77-4ADF-8A39-2AC1E80FCA24}" type="presParOf" srcId="{243B64DC-0EA2-4339-8DAC-37FB973184E5}" destId="{F7DCF75C-5EDF-4FFC-96FA-84EC3F070A7D}" srcOrd="6" destOrd="0" presId="urn:diagrams.loki3.com/BracketList"/>
    <dgm:cxn modelId="{A5DD28DF-449C-4DDA-9583-468877E41744}" type="presParOf" srcId="{F7DCF75C-5EDF-4FFC-96FA-84EC3F070A7D}" destId="{3316CFB0-B60E-4B13-B10C-6D0ED37FB0F2}" srcOrd="0" destOrd="0" presId="urn:diagrams.loki3.com/BracketList"/>
    <dgm:cxn modelId="{E93AF044-4EA7-4362-AEC9-D625F733BBC2}" type="presParOf" srcId="{F7DCF75C-5EDF-4FFC-96FA-84EC3F070A7D}" destId="{0141BAF7-58E4-4355-A968-1864A4F7D4F9}" srcOrd="1" destOrd="0" presId="urn:diagrams.loki3.com/BracketList"/>
    <dgm:cxn modelId="{BD3DF8EF-4C3A-4B16-B653-B8D75C8DA42B}" type="presParOf" srcId="{F7DCF75C-5EDF-4FFC-96FA-84EC3F070A7D}" destId="{21C31395-4B3B-4D45-86A2-216C02B346DB}" srcOrd="2" destOrd="0" presId="urn:diagrams.loki3.com/BracketList"/>
    <dgm:cxn modelId="{115297DE-23D0-4A31-94E9-D26504CCA04F}" type="presParOf" srcId="{F7DCF75C-5EDF-4FFC-96FA-84EC3F070A7D}" destId="{D3F82EDF-3883-444E-B03B-5006F1584D24}" srcOrd="3" destOrd="0" presId="urn:diagrams.loki3.com/BracketList"/>
    <dgm:cxn modelId="{2916E8C8-B323-4851-9E0D-C62CD686E571}" type="presParOf" srcId="{243B64DC-0EA2-4339-8DAC-37FB973184E5}" destId="{C6FE71E1-E397-4D68-8D75-7703E3A39585}" srcOrd="7" destOrd="0" presId="urn:diagrams.loki3.com/BracketList"/>
    <dgm:cxn modelId="{1495C19F-F8BF-4C0A-8B68-11F1E586D294}" type="presParOf" srcId="{243B64DC-0EA2-4339-8DAC-37FB973184E5}" destId="{BC07E776-1C77-4EEA-9D35-8006B177980A}" srcOrd="8" destOrd="0" presId="urn:diagrams.loki3.com/BracketList"/>
    <dgm:cxn modelId="{BB3C334E-9CB7-4FE9-BC69-A8DA7A12F80D}" type="presParOf" srcId="{BC07E776-1C77-4EEA-9D35-8006B177980A}" destId="{C5DF5B5A-1E20-41F0-836E-6705AFBB2012}" srcOrd="0" destOrd="0" presId="urn:diagrams.loki3.com/BracketList"/>
    <dgm:cxn modelId="{20128973-932C-4FED-9F63-D47B43D1BA32}" type="presParOf" srcId="{BC07E776-1C77-4EEA-9D35-8006B177980A}" destId="{38FA81DD-6AC4-4DA7-91FB-7E8BC0CE9B4A}" srcOrd="1" destOrd="0" presId="urn:diagrams.loki3.com/BracketList"/>
    <dgm:cxn modelId="{E5884464-7B26-4C43-8CB9-F9F48B0D8E17}" type="presParOf" srcId="{BC07E776-1C77-4EEA-9D35-8006B177980A}" destId="{76372F4A-F664-438F-BAEF-918847E61453}" srcOrd="2" destOrd="0" presId="urn:diagrams.loki3.com/BracketList"/>
    <dgm:cxn modelId="{13E465BE-6DC6-4CCD-BC9B-2AC4A0832088}" type="presParOf" srcId="{BC07E776-1C77-4EEA-9D35-8006B177980A}" destId="{D50D6F78-E2A9-4816-A34A-9CFC3FF17C05}" srcOrd="3" destOrd="0" presId="urn:diagrams.loki3.com/BracketList"/>
    <dgm:cxn modelId="{AD97D4B6-7F3D-4E5D-BD35-ACD90A8F4332}" type="presParOf" srcId="{243B64DC-0EA2-4339-8DAC-37FB973184E5}" destId="{75065B77-F39B-4348-B242-3E590074A19D}" srcOrd="9" destOrd="0" presId="urn:diagrams.loki3.com/BracketList"/>
    <dgm:cxn modelId="{826D3865-2A8E-4BAE-8E38-EAF51EC6ADEE}" type="presParOf" srcId="{243B64DC-0EA2-4339-8DAC-37FB973184E5}" destId="{2F8E4B83-E73D-4208-A62F-98498486919F}" srcOrd="10" destOrd="0" presId="urn:diagrams.loki3.com/BracketList"/>
    <dgm:cxn modelId="{03459178-8DFF-4A10-B71E-7AA1133D6316}" type="presParOf" srcId="{2F8E4B83-E73D-4208-A62F-98498486919F}" destId="{AD39A0BA-1C2B-460C-9CB0-842B1D63A25D}" srcOrd="0" destOrd="0" presId="urn:diagrams.loki3.com/BracketList"/>
    <dgm:cxn modelId="{068063D9-7DB9-44F5-A03D-6634780CA660}" type="presParOf" srcId="{2F8E4B83-E73D-4208-A62F-98498486919F}" destId="{2BD72470-AFA0-4B81-A7C7-09E08C3EB1B1}" srcOrd="1" destOrd="0" presId="urn:diagrams.loki3.com/BracketList"/>
    <dgm:cxn modelId="{FEF0D3FE-CA20-46EE-BB1A-801C384DD884}" type="presParOf" srcId="{2F8E4B83-E73D-4208-A62F-98498486919F}" destId="{726788E6-FB61-405E-8BA8-BEDE083F8287}" srcOrd="2" destOrd="0" presId="urn:diagrams.loki3.com/BracketList"/>
    <dgm:cxn modelId="{9F28AD35-5647-434F-B1B9-14FE8CF3B805}" type="presParOf" srcId="{2F8E4B83-E73D-4208-A62F-98498486919F}" destId="{DB420EF1-A6D3-4C0B-84B7-356EA97ABFC7}" srcOrd="3" destOrd="0" presId="urn:diagrams.loki3.com/Bracket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2F77678D-0371-4630-ADC2-7BB5B202AC2F}" type="doc">
      <dgm:prSet loTypeId="urn:microsoft.com/office/officeart/2018/5/layout/IconCircleLabelList" loCatId="icon" qsTypeId="urn:microsoft.com/office/officeart/2005/8/quickstyle/simple1" qsCatId="simple" csTypeId="urn:microsoft.com/office/officeart/2005/8/colors/accent1_2" csCatId="accent1" phldr="1"/>
      <dgm:spPr/>
      <dgm:t>
        <a:bodyPr/>
        <a:lstStyle/>
        <a:p>
          <a:endParaRPr lang="en-US"/>
        </a:p>
      </dgm:t>
    </dgm:pt>
    <dgm:pt modelId="{D1BAA542-7DE3-4975-BE20-1880B1FA65FD}">
      <dgm:prSet custT="1"/>
      <dgm:spPr/>
      <dgm:t>
        <a:bodyPr/>
        <a:lstStyle/>
        <a:p>
          <a:pPr>
            <a:lnSpc>
              <a:spcPct val="100000"/>
            </a:lnSpc>
            <a:defRPr cap="all"/>
          </a:pPr>
          <a:r>
            <a:rPr lang="en-US" sz="1400" u="none" cap="none" dirty="0"/>
            <a:t>Short-stay, emergency clinic for people with dementia, aimed at de-escalation and regaining control</a:t>
          </a:r>
        </a:p>
      </dgm:t>
    </dgm:pt>
    <dgm:pt modelId="{B507714C-08B8-4D8A-9256-9F439DB85938}" type="parTrans" cxnId="{E0CE1A97-CDD0-4636-B49E-0CCD2CF91BB9}">
      <dgm:prSet/>
      <dgm:spPr/>
      <dgm:t>
        <a:bodyPr/>
        <a:lstStyle/>
        <a:p>
          <a:endParaRPr lang="en-US"/>
        </a:p>
      </dgm:t>
    </dgm:pt>
    <dgm:pt modelId="{BA639638-D387-4AF0-B014-A377654BC6E5}" type="sibTrans" cxnId="{E0CE1A97-CDD0-4636-B49E-0CCD2CF91BB9}">
      <dgm:prSet/>
      <dgm:spPr/>
      <dgm:t>
        <a:bodyPr/>
        <a:lstStyle/>
        <a:p>
          <a:endParaRPr lang="en-US"/>
        </a:p>
      </dgm:t>
    </dgm:pt>
    <dgm:pt modelId="{0AA7A9BB-7824-4B1C-BF02-4278CF3299F8}">
      <dgm:prSet custT="1"/>
      <dgm:spPr/>
      <dgm:t>
        <a:bodyPr/>
        <a:lstStyle/>
        <a:p>
          <a:pPr>
            <a:lnSpc>
              <a:spcPct val="100000"/>
            </a:lnSpc>
            <a:defRPr cap="all"/>
          </a:pPr>
          <a:r>
            <a:rPr lang="en-US" sz="1400" cap="none" dirty="0"/>
            <a:t>Motion </a:t>
          </a:r>
          <a:r>
            <a:rPr lang="en-US" sz="1400" b="0" cap="none" dirty="0"/>
            <a:t>sensors to promote physical activity in patients undergoing rehabilitation for hip fractures</a:t>
          </a:r>
        </a:p>
      </dgm:t>
    </dgm:pt>
    <dgm:pt modelId="{67CC9003-19C8-48EE-809C-66433C260B1D}" type="parTrans" cxnId="{A6B43FBD-7082-4406-83CE-FD65D807B4BC}">
      <dgm:prSet/>
      <dgm:spPr/>
      <dgm:t>
        <a:bodyPr/>
        <a:lstStyle/>
        <a:p>
          <a:endParaRPr lang="en-US"/>
        </a:p>
      </dgm:t>
    </dgm:pt>
    <dgm:pt modelId="{755550D5-1A19-4D64-BC92-590A38D0A0A8}" type="sibTrans" cxnId="{A6B43FBD-7082-4406-83CE-FD65D807B4BC}">
      <dgm:prSet/>
      <dgm:spPr/>
      <dgm:t>
        <a:bodyPr/>
        <a:lstStyle/>
        <a:p>
          <a:endParaRPr lang="en-US"/>
        </a:p>
      </dgm:t>
    </dgm:pt>
    <dgm:pt modelId="{A29114C6-8210-4729-A0F3-653901333BCB}">
      <dgm:prSet/>
      <dgm:spPr/>
      <dgm:t>
        <a:bodyPr/>
        <a:lstStyle/>
        <a:p>
          <a:pPr>
            <a:lnSpc>
              <a:spcPct val="100000"/>
            </a:lnSpc>
            <a:defRPr cap="all"/>
          </a:pPr>
          <a:r>
            <a:rPr lang="en-US" cap="none" dirty="0"/>
            <a:t>Tessa </a:t>
          </a:r>
          <a:r>
            <a:rPr lang="en-US" cap="none" dirty="0" err="1"/>
            <a:t>Tinybots</a:t>
          </a:r>
          <a:r>
            <a:rPr lang="en-US" cap="none" dirty="0"/>
            <a:t> to increase independence through verbal guidance in clients living in long-term care facilities</a:t>
          </a:r>
        </a:p>
      </dgm:t>
    </dgm:pt>
    <dgm:pt modelId="{1CD85EAD-2822-40D4-AC70-B0B6DC43652C}" type="parTrans" cxnId="{EA3F43BC-5AAC-40EF-AC97-E7E896D1E921}">
      <dgm:prSet/>
      <dgm:spPr/>
      <dgm:t>
        <a:bodyPr/>
        <a:lstStyle/>
        <a:p>
          <a:endParaRPr lang="en-US"/>
        </a:p>
      </dgm:t>
    </dgm:pt>
    <dgm:pt modelId="{C6FE1795-829E-4A03-A1C4-2AD9125CA380}" type="sibTrans" cxnId="{EA3F43BC-5AAC-40EF-AC97-E7E896D1E921}">
      <dgm:prSet/>
      <dgm:spPr/>
      <dgm:t>
        <a:bodyPr/>
        <a:lstStyle/>
        <a:p>
          <a:endParaRPr lang="en-US"/>
        </a:p>
      </dgm:t>
    </dgm:pt>
    <dgm:pt modelId="{BBF6BF37-2BD7-44CE-A60B-7F57B503BEE0}" type="pres">
      <dgm:prSet presAssocID="{2F77678D-0371-4630-ADC2-7BB5B202AC2F}" presName="root" presStyleCnt="0">
        <dgm:presLayoutVars>
          <dgm:dir/>
          <dgm:resizeHandles val="exact"/>
        </dgm:presLayoutVars>
      </dgm:prSet>
      <dgm:spPr/>
    </dgm:pt>
    <dgm:pt modelId="{2C2D2334-6235-4824-A0C9-433311C726C9}" type="pres">
      <dgm:prSet presAssocID="{D1BAA542-7DE3-4975-BE20-1880B1FA65FD}" presName="compNode" presStyleCnt="0"/>
      <dgm:spPr/>
    </dgm:pt>
    <dgm:pt modelId="{DFB1E958-D3DF-4C96-95B5-A9ED077BFBED}" type="pres">
      <dgm:prSet presAssocID="{D1BAA542-7DE3-4975-BE20-1880B1FA65FD}" presName="iconBgRect" presStyleLbl="bgShp" presStyleIdx="0" presStyleCnt="3"/>
      <dgm:spPr/>
    </dgm:pt>
    <dgm:pt modelId="{1F829F06-730A-4663-AE00-5B682949F0F4}" type="pres">
      <dgm:prSet presAssocID="{D1BAA542-7DE3-4975-BE20-1880B1FA65FD}" presName="iconRect" presStyleLbl="node1" presStyleIdx="0" presStyleCnt="3"/>
      <dgm:spPr>
        <a:blipFill rotWithShape="1">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rcRect/>
          <a:stretch>
            <a:fillRect/>
          </a:stretch>
        </a:blipFill>
        <a:ln>
          <a:noFill/>
        </a:ln>
      </dgm:spPr>
      <dgm:extLst>
        <a:ext uri="{E40237B7-FDA0-4F09-8148-C483321AD2D9}">
          <dgm14:cNvPr xmlns:dgm14="http://schemas.microsoft.com/office/drawing/2010/diagram" id="0" name="" descr="Statistics with solid fill"/>
        </a:ext>
      </dgm:extLst>
    </dgm:pt>
    <dgm:pt modelId="{F93603CB-C8FD-48F8-A9FD-F498A9FA617F}" type="pres">
      <dgm:prSet presAssocID="{D1BAA542-7DE3-4975-BE20-1880B1FA65FD}" presName="spaceRect" presStyleCnt="0"/>
      <dgm:spPr/>
    </dgm:pt>
    <dgm:pt modelId="{CA39ED06-E50D-4B8F-B46F-932D2668C39C}" type="pres">
      <dgm:prSet presAssocID="{D1BAA542-7DE3-4975-BE20-1880B1FA65FD}" presName="textRect" presStyleLbl="revTx" presStyleIdx="0" presStyleCnt="3">
        <dgm:presLayoutVars>
          <dgm:chMax val="1"/>
          <dgm:chPref val="1"/>
        </dgm:presLayoutVars>
      </dgm:prSet>
      <dgm:spPr/>
    </dgm:pt>
    <dgm:pt modelId="{7C9A629C-3108-4648-8510-6D2F8ED83A07}" type="pres">
      <dgm:prSet presAssocID="{BA639638-D387-4AF0-B014-A377654BC6E5}" presName="sibTrans" presStyleCnt="0"/>
      <dgm:spPr/>
    </dgm:pt>
    <dgm:pt modelId="{337191E0-8397-49AF-8C48-716D4DFB88F6}" type="pres">
      <dgm:prSet presAssocID="{0AA7A9BB-7824-4B1C-BF02-4278CF3299F8}" presName="compNode" presStyleCnt="0"/>
      <dgm:spPr/>
    </dgm:pt>
    <dgm:pt modelId="{B3D78F0F-5BA8-4D81-BBB3-FDA42BFA0EEE}" type="pres">
      <dgm:prSet presAssocID="{0AA7A9BB-7824-4B1C-BF02-4278CF3299F8}" presName="iconBgRect" presStyleLbl="bgShp" presStyleIdx="1" presStyleCnt="3"/>
      <dgm:spPr/>
    </dgm:pt>
    <dgm:pt modelId="{AEC19993-CAE1-449C-A1FD-EE5E9947A967}" type="pres">
      <dgm:prSet presAssocID="{0AA7A9BB-7824-4B1C-BF02-4278CF3299F8}" presName="iconRect" presStyleLbl="node1" presStyleIdx="1" presStyleCnt="3"/>
      <dgm:spPr>
        <a:blipFill>
          <a:blip xmlns:r="http://schemas.openxmlformats.org/officeDocument/2006/relationships">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Web cam with solid fill"/>
        </a:ext>
      </dgm:extLst>
    </dgm:pt>
    <dgm:pt modelId="{3F92600D-854C-49CA-899A-78C5BEB406B6}" type="pres">
      <dgm:prSet presAssocID="{0AA7A9BB-7824-4B1C-BF02-4278CF3299F8}" presName="spaceRect" presStyleCnt="0"/>
      <dgm:spPr/>
    </dgm:pt>
    <dgm:pt modelId="{9785C12A-9539-4464-8C2A-A98109C8560B}" type="pres">
      <dgm:prSet presAssocID="{0AA7A9BB-7824-4B1C-BF02-4278CF3299F8}" presName="textRect" presStyleLbl="revTx" presStyleIdx="1" presStyleCnt="3">
        <dgm:presLayoutVars>
          <dgm:chMax val="1"/>
          <dgm:chPref val="1"/>
        </dgm:presLayoutVars>
      </dgm:prSet>
      <dgm:spPr/>
    </dgm:pt>
    <dgm:pt modelId="{CF9D96DC-570D-40E3-8561-BABCA7FF4ABB}" type="pres">
      <dgm:prSet presAssocID="{755550D5-1A19-4D64-BC92-590A38D0A0A8}" presName="sibTrans" presStyleCnt="0"/>
      <dgm:spPr/>
    </dgm:pt>
    <dgm:pt modelId="{76985BA3-C4D0-45D0-B131-14D3C7971E47}" type="pres">
      <dgm:prSet presAssocID="{A29114C6-8210-4729-A0F3-653901333BCB}" presName="compNode" presStyleCnt="0"/>
      <dgm:spPr/>
    </dgm:pt>
    <dgm:pt modelId="{00C3A377-EC5B-4746-A67F-17F824A3429A}" type="pres">
      <dgm:prSet presAssocID="{A29114C6-8210-4729-A0F3-653901333BCB}" presName="iconBgRect" presStyleLbl="bgShp" presStyleIdx="2" presStyleCnt="3"/>
      <dgm:spPr/>
    </dgm:pt>
    <dgm:pt modelId="{6ABF4FEF-085B-4622-A481-F22C887315C9}" type="pres">
      <dgm:prSet presAssocID="{A29114C6-8210-4729-A0F3-653901333BCB}" presName="iconRect" presStyleLbl="node1" presStyleIdx="2" presStyleCnt="3"/>
      <dgm:spPr>
        <a:blipFill>
          <a:blip xmlns:r="http://schemas.openxmlformats.org/officeDocument/2006/relationships">
            <a:extLst>
              <a:ext uri="{96DAC541-7B7A-43D3-8B79-37D633B846F1}">
                <asvg:svgBlip xmlns:asvg="http://schemas.microsoft.com/office/drawing/2016/SVG/main" r:embed="rId3"/>
              </a:ext>
            </a:extLst>
          </a:blip>
          <a:srcRect/>
          <a:stretch>
            <a:fillRect/>
          </a:stretch>
        </a:blipFill>
        <a:ln>
          <a:noFill/>
        </a:ln>
      </dgm:spPr>
      <dgm:extLst>
        <a:ext uri="{E40237B7-FDA0-4F09-8148-C483321AD2D9}">
          <dgm14:cNvPr xmlns:dgm14="http://schemas.microsoft.com/office/drawing/2010/diagram" id="0" name="" descr="Robot with solid fill"/>
        </a:ext>
      </dgm:extLst>
    </dgm:pt>
    <dgm:pt modelId="{D23E9FEF-0991-4829-9827-C0E144BD3FC9}" type="pres">
      <dgm:prSet presAssocID="{A29114C6-8210-4729-A0F3-653901333BCB}" presName="spaceRect" presStyleCnt="0"/>
      <dgm:spPr/>
    </dgm:pt>
    <dgm:pt modelId="{654DB6E0-CB92-489D-840F-FE2BB5AC0FD4}" type="pres">
      <dgm:prSet presAssocID="{A29114C6-8210-4729-A0F3-653901333BCB}" presName="textRect" presStyleLbl="revTx" presStyleIdx="2" presStyleCnt="3">
        <dgm:presLayoutVars>
          <dgm:chMax val="1"/>
          <dgm:chPref val="1"/>
        </dgm:presLayoutVars>
      </dgm:prSet>
      <dgm:spPr/>
    </dgm:pt>
  </dgm:ptLst>
  <dgm:cxnLst>
    <dgm:cxn modelId="{34B02A39-89C2-47F0-8A03-AAE61341E0CE}" type="presOf" srcId="{A29114C6-8210-4729-A0F3-653901333BCB}" destId="{654DB6E0-CB92-489D-840F-FE2BB5AC0FD4}" srcOrd="0" destOrd="0" presId="urn:microsoft.com/office/officeart/2018/5/layout/IconCircleLabelList"/>
    <dgm:cxn modelId="{E0CE1A97-CDD0-4636-B49E-0CCD2CF91BB9}" srcId="{2F77678D-0371-4630-ADC2-7BB5B202AC2F}" destId="{D1BAA542-7DE3-4975-BE20-1880B1FA65FD}" srcOrd="0" destOrd="0" parTransId="{B507714C-08B8-4D8A-9256-9F439DB85938}" sibTransId="{BA639638-D387-4AF0-B014-A377654BC6E5}"/>
    <dgm:cxn modelId="{AA4B029F-0089-4F7F-BBDC-9E28AB42C030}" type="presOf" srcId="{0AA7A9BB-7824-4B1C-BF02-4278CF3299F8}" destId="{9785C12A-9539-4464-8C2A-A98109C8560B}" srcOrd="0" destOrd="0" presId="urn:microsoft.com/office/officeart/2018/5/layout/IconCircleLabelList"/>
    <dgm:cxn modelId="{EA3F43BC-5AAC-40EF-AC97-E7E896D1E921}" srcId="{2F77678D-0371-4630-ADC2-7BB5B202AC2F}" destId="{A29114C6-8210-4729-A0F3-653901333BCB}" srcOrd="2" destOrd="0" parTransId="{1CD85EAD-2822-40D4-AC70-B0B6DC43652C}" sibTransId="{C6FE1795-829E-4A03-A1C4-2AD9125CA380}"/>
    <dgm:cxn modelId="{A6B43FBD-7082-4406-83CE-FD65D807B4BC}" srcId="{2F77678D-0371-4630-ADC2-7BB5B202AC2F}" destId="{0AA7A9BB-7824-4B1C-BF02-4278CF3299F8}" srcOrd="1" destOrd="0" parTransId="{67CC9003-19C8-48EE-809C-66433C260B1D}" sibTransId="{755550D5-1A19-4D64-BC92-590A38D0A0A8}"/>
    <dgm:cxn modelId="{B87FDEEC-8C10-4A8C-AF7E-DE5D9E60CE05}" type="presOf" srcId="{2F77678D-0371-4630-ADC2-7BB5B202AC2F}" destId="{BBF6BF37-2BD7-44CE-A60B-7F57B503BEE0}" srcOrd="0" destOrd="0" presId="urn:microsoft.com/office/officeart/2018/5/layout/IconCircleLabelList"/>
    <dgm:cxn modelId="{B5B9DEFB-D9BE-44E6-957D-BC0BBF510047}" type="presOf" srcId="{D1BAA542-7DE3-4975-BE20-1880B1FA65FD}" destId="{CA39ED06-E50D-4B8F-B46F-932D2668C39C}" srcOrd="0" destOrd="0" presId="urn:microsoft.com/office/officeart/2018/5/layout/IconCircleLabelList"/>
    <dgm:cxn modelId="{13506782-3086-4129-B13C-8988F517CF9F}" type="presParOf" srcId="{BBF6BF37-2BD7-44CE-A60B-7F57B503BEE0}" destId="{2C2D2334-6235-4824-A0C9-433311C726C9}" srcOrd="0" destOrd="0" presId="urn:microsoft.com/office/officeart/2018/5/layout/IconCircleLabelList"/>
    <dgm:cxn modelId="{4C8D4AE1-2760-4725-B4D6-75B3A6300D43}" type="presParOf" srcId="{2C2D2334-6235-4824-A0C9-433311C726C9}" destId="{DFB1E958-D3DF-4C96-95B5-A9ED077BFBED}" srcOrd="0" destOrd="0" presId="urn:microsoft.com/office/officeart/2018/5/layout/IconCircleLabelList"/>
    <dgm:cxn modelId="{F6E9F964-3307-440F-BA14-AA593B72A30B}" type="presParOf" srcId="{2C2D2334-6235-4824-A0C9-433311C726C9}" destId="{1F829F06-730A-4663-AE00-5B682949F0F4}" srcOrd="1" destOrd="0" presId="urn:microsoft.com/office/officeart/2018/5/layout/IconCircleLabelList"/>
    <dgm:cxn modelId="{51D500DA-481E-410E-83E0-67A197C37244}" type="presParOf" srcId="{2C2D2334-6235-4824-A0C9-433311C726C9}" destId="{F93603CB-C8FD-48F8-A9FD-F498A9FA617F}" srcOrd="2" destOrd="0" presId="urn:microsoft.com/office/officeart/2018/5/layout/IconCircleLabelList"/>
    <dgm:cxn modelId="{EFC21C20-6B4E-4AE2-9C5C-C84CF5972343}" type="presParOf" srcId="{2C2D2334-6235-4824-A0C9-433311C726C9}" destId="{CA39ED06-E50D-4B8F-B46F-932D2668C39C}" srcOrd="3" destOrd="0" presId="urn:microsoft.com/office/officeart/2018/5/layout/IconCircleLabelList"/>
    <dgm:cxn modelId="{B81F2373-26E6-4715-99E4-8405FF4FF7A7}" type="presParOf" srcId="{BBF6BF37-2BD7-44CE-A60B-7F57B503BEE0}" destId="{7C9A629C-3108-4648-8510-6D2F8ED83A07}" srcOrd="1" destOrd="0" presId="urn:microsoft.com/office/officeart/2018/5/layout/IconCircleLabelList"/>
    <dgm:cxn modelId="{2603B1B2-1C8D-4C56-B477-C85A56B8C0D8}" type="presParOf" srcId="{BBF6BF37-2BD7-44CE-A60B-7F57B503BEE0}" destId="{337191E0-8397-49AF-8C48-716D4DFB88F6}" srcOrd="2" destOrd="0" presId="urn:microsoft.com/office/officeart/2018/5/layout/IconCircleLabelList"/>
    <dgm:cxn modelId="{954ACFDF-C6D8-4991-A14C-549F96A1A4B7}" type="presParOf" srcId="{337191E0-8397-49AF-8C48-716D4DFB88F6}" destId="{B3D78F0F-5BA8-4D81-BBB3-FDA42BFA0EEE}" srcOrd="0" destOrd="0" presId="urn:microsoft.com/office/officeart/2018/5/layout/IconCircleLabelList"/>
    <dgm:cxn modelId="{0A4DBC89-446C-4331-B84E-EE1675B8CAE0}" type="presParOf" srcId="{337191E0-8397-49AF-8C48-716D4DFB88F6}" destId="{AEC19993-CAE1-449C-A1FD-EE5E9947A967}" srcOrd="1" destOrd="0" presId="urn:microsoft.com/office/officeart/2018/5/layout/IconCircleLabelList"/>
    <dgm:cxn modelId="{090F8093-AC89-4624-B336-1195B3A794AC}" type="presParOf" srcId="{337191E0-8397-49AF-8C48-716D4DFB88F6}" destId="{3F92600D-854C-49CA-899A-78C5BEB406B6}" srcOrd="2" destOrd="0" presId="urn:microsoft.com/office/officeart/2018/5/layout/IconCircleLabelList"/>
    <dgm:cxn modelId="{ED749858-4B90-4A40-9923-EBAB45E26913}" type="presParOf" srcId="{337191E0-8397-49AF-8C48-716D4DFB88F6}" destId="{9785C12A-9539-4464-8C2A-A98109C8560B}" srcOrd="3" destOrd="0" presId="urn:microsoft.com/office/officeart/2018/5/layout/IconCircleLabelList"/>
    <dgm:cxn modelId="{81EBA8A8-E26A-4FDD-8E94-BA8EB0DFAA79}" type="presParOf" srcId="{BBF6BF37-2BD7-44CE-A60B-7F57B503BEE0}" destId="{CF9D96DC-570D-40E3-8561-BABCA7FF4ABB}" srcOrd="3" destOrd="0" presId="urn:microsoft.com/office/officeart/2018/5/layout/IconCircleLabelList"/>
    <dgm:cxn modelId="{34E34FCA-BEBB-495D-82EB-96A7D952BFBE}" type="presParOf" srcId="{BBF6BF37-2BD7-44CE-A60B-7F57B503BEE0}" destId="{76985BA3-C4D0-45D0-B131-14D3C7971E47}" srcOrd="4" destOrd="0" presId="urn:microsoft.com/office/officeart/2018/5/layout/IconCircleLabelList"/>
    <dgm:cxn modelId="{CCD7871D-66EE-46C1-9A09-AA031024F5C0}" type="presParOf" srcId="{76985BA3-C4D0-45D0-B131-14D3C7971E47}" destId="{00C3A377-EC5B-4746-A67F-17F824A3429A}" srcOrd="0" destOrd="0" presId="urn:microsoft.com/office/officeart/2018/5/layout/IconCircleLabelList"/>
    <dgm:cxn modelId="{5DB749EB-E479-4007-9228-1AD844DD12CD}" type="presParOf" srcId="{76985BA3-C4D0-45D0-B131-14D3C7971E47}" destId="{6ABF4FEF-085B-4622-A481-F22C887315C9}" srcOrd="1" destOrd="0" presId="urn:microsoft.com/office/officeart/2018/5/layout/IconCircleLabelList"/>
    <dgm:cxn modelId="{196C08E3-45C0-4C13-946D-9541DD75C527}" type="presParOf" srcId="{76985BA3-C4D0-45D0-B131-14D3C7971E47}" destId="{D23E9FEF-0991-4829-9827-C0E144BD3FC9}" srcOrd="2" destOrd="0" presId="urn:microsoft.com/office/officeart/2018/5/layout/IconCircleLabelList"/>
    <dgm:cxn modelId="{8F470357-4264-4139-8881-E3C179BFD884}" type="presParOf" srcId="{76985BA3-C4D0-45D0-B131-14D3C7971E47}" destId="{654DB6E0-CB92-489D-840F-FE2BB5AC0FD4}" srcOrd="3" destOrd="0" presId="urn:microsoft.com/office/officeart/2018/5/layout/IconCircle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2F77678D-0371-4630-ADC2-7BB5B202AC2F}"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D1BAA542-7DE3-4975-BE20-1880B1FA65FD}">
      <dgm:prSet custT="1"/>
      <dgm:spPr/>
      <dgm:t>
        <a:bodyPr/>
        <a:lstStyle/>
        <a:p>
          <a:pPr>
            <a:lnSpc>
              <a:spcPct val="100000"/>
            </a:lnSpc>
          </a:pPr>
          <a:r>
            <a:rPr lang="en-US" sz="1400" b="1" dirty="0"/>
            <a:t>Population</a:t>
          </a:r>
          <a:r>
            <a:rPr lang="en-US" sz="1400" dirty="0"/>
            <a:t>: </a:t>
          </a:r>
          <a:r>
            <a:rPr lang="en-US" sz="1400" u="none" dirty="0"/>
            <a:t>A total of </a:t>
          </a:r>
          <a:r>
            <a:rPr lang="en-US" sz="1400" u="sng" dirty="0"/>
            <a:t>170 participants </a:t>
          </a:r>
          <a:r>
            <a:rPr lang="en-US" sz="1400" u="none" dirty="0"/>
            <a:t>will be recruited across the three case studies</a:t>
          </a:r>
          <a:endParaRPr lang="en-US" sz="1400" dirty="0"/>
        </a:p>
      </dgm:t>
    </dgm:pt>
    <dgm:pt modelId="{B507714C-08B8-4D8A-9256-9F439DB85938}" type="parTrans" cxnId="{E0CE1A97-CDD0-4636-B49E-0CCD2CF91BB9}">
      <dgm:prSet/>
      <dgm:spPr/>
      <dgm:t>
        <a:bodyPr/>
        <a:lstStyle/>
        <a:p>
          <a:endParaRPr lang="en-US"/>
        </a:p>
      </dgm:t>
    </dgm:pt>
    <dgm:pt modelId="{BA639638-D387-4AF0-B014-A377654BC6E5}" type="sibTrans" cxnId="{E0CE1A97-CDD0-4636-B49E-0CCD2CF91BB9}">
      <dgm:prSet/>
      <dgm:spPr/>
      <dgm:t>
        <a:bodyPr/>
        <a:lstStyle/>
        <a:p>
          <a:endParaRPr lang="en-US"/>
        </a:p>
      </dgm:t>
    </dgm:pt>
    <dgm:pt modelId="{0AA7A9BB-7824-4B1C-BF02-4278CF3299F8}">
      <dgm:prSet custT="1"/>
      <dgm:spPr/>
      <dgm:t>
        <a:bodyPr/>
        <a:lstStyle/>
        <a:p>
          <a:pPr>
            <a:lnSpc>
              <a:spcPct val="100000"/>
            </a:lnSpc>
          </a:pPr>
          <a:r>
            <a:rPr lang="en-US" sz="1400" b="1" dirty="0"/>
            <a:t>Design</a:t>
          </a:r>
          <a:r>
            <a:rPr lang="en-US" sz="1400" dirty="0"/>
            <a:t>: Clients will complete well-being measures at least at </a:t>
          </a:r>
          <a:r>
            <a:rPr lang="en-US" sz="1400" u="sng" dirty="0"/>
            <a:t>enrollment and at discharge </a:t>
          </a:r>
          <a:r>
            <a:rPr lang="en-US" sz="1400" dirty="0"/>
            <a:t>with the </a:t>
          </a:r>
          <a:r>
            <a:rPr lang="en-US" sz="1400" u="sng" dirty="0"/>
            <a:t>help of a Dutch interviewer</a:t>
          </a:r>
        </a:p>
      </dgm:t>
    </dgm:pt>
    <dgm:pt modelId="{67CC9003-19C8-48EE-809C-66433C260B1D}" type="parTrans" cxnId="{A6B43FBD-7082-4406-83CE-FD65D807B4BC}">
      <dgm:prSet/>
      <dgm:spPr/>
      <dgm:t>
        <a:bodyPr/>
        <a:lstStyle/>
        <a:p>
          <a:endParaRPr lang="en-US"/>
        </a:p>
      </dgm:t>
    </dgm:pt>
    <dgm:pt modelId="{755550D5-1A19-4D64-BC92-590A38D0A0A8}" type="sibTrans" cxnId="{A6B43FBD-7082-4406-83CE-FD65D807B4BC}">
      <dgm:prSet/>
      <dgm:spPr/>
      <dgm:t>
        <a:bodyPr/>
        <a:lstStyle/>
        <a:p>
          <a:endParaRPr lang="en-US"/>
        </a:p>
      </dgm:t>
    </dgm:pt>
    <dgm:pt modelId="{A29114C6-8210-4729-A0F3-653901333BCB}">
      <dgm:prSet custT="1"/>
      <dgm:spPr/>
      <dgm:t>
        <a:bodyPr/>
        <a:lstStyle/>
        <a:p>
          <a:pPr>
            <a:lnSpc>
              <a:spcPct val="100000"/>
            </a:lnSpc>
          </a:pPr>
          <a:r>
            <a:rPr lang="en-US" sz="1400" u="none" dirty="0"/>
            <a:t>Caregivers/family members can respond on behalf of the client or together</a:t>
          </a:r>
        </a:p>
      </dgm:t>
    </dgm:pt>
    <dgm:pt modelId="{1CD85EAD-2822-40D4-AC70-B0B6DC43652C}" type="parTrans" cxnId="{EA3F43BC-5AAC-40EF-AC97-E7E896D1E921}">
      <dgm:prSet/>
      <dgm:spPr/>
      <dgm:t>
        <a:bodyPr/>
        <a:lstStyle/>
        <a:p>
          <a:endParaRPr lang="en-US"/>
        </a:p>
      </dgm:t>
    </dgm:pt>
    <dgm:pt modelId="{C6FE1795-829E-4A03-A1C4-2AD9125CA380}" type="sibTrans" cxnId="{EA3F43BC-5AAC-40EF-AC97-E7E896D1E921}">
      <dgm:prSet/>
      <dgm:spPr/>
      <dgm:t>
        <a:bodyPr/>
        <a:lstStyle/>
        <a:p>
          <a:endParaRPr lang="en-US"/>
        </a:p>
      </dgm:t>
    </dgm:pt>
    <dgm:pt modelId="{36941AB0-70F8-4D3D-915F-F20F668F3618}" type="pres">
      <dgm:prSet presAssocID="{2F77678D-0371-4630-ADC2-7BB5B202AC2F}" presName="root" presStyleCnt="0">
        <dgm:presLayoutVars>
          <dgm:dir/>
          <dgm:resizeHandles val="exact"/>
        </dgm:presLayoutVars>
      </dgm:prSet>
      <dgm:spPr/>
    </dgm:pt>
    <dgm:pt modelId="{4A6DFFE3-CB3D-46E5-9F22-8B821B21FCB2}" type="pres">
      <dgm:prSet presAssocID="{D1BAA542-7DE3-4975-BE20-1880B1FA65FD}" presName="compNode" presStyleCnt="0"/>
      <dgm:spPr/>
    </dgm:pt>
    <dgm:pt modelId="{A22FA782-861A-4BE5-96AC-77A4ED3102F1}" type="pres">
      <dgm:prSet presAssocID="{D1BAA542-7DE3-4975-BE20-1880B1FA65FD}" presName="bgRect" presStyleLbl="bgShp" presStyleIdx="0" presStyleCnt="3"/>
      <dgm:spPr/>
    </dgm:pt>
    <dgm:pt modelId="{44688F4E-2F1A-4F88-8EF1-521B9A465D97}" type="pres">
      <dgm:prSet presAssocID="{D1BAA542-7DE3-4975-BE20-1880B1FA65FD}" presName="iconRect" presStyleLbl="node1" presStyleIdx="0" presStyleCnt="3"/>
      <dgm:spPr>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a:noFill/>
        </a:ln>
      </dgm:spPr>
      <dgm:extLst>
        <a:ext uri="{E40237B7-FDA0-4F09-8148-C483321AD2D9}">
          <dgm14:cNvPr xmlns:dgm14="http://schemas.microsoft.com/office/drawing/2010/diagram" id="0" name="" descr="Universal access with solid fill"/>
        </a:ext>
      </dgm:extLst>
    </dgm:pt>
    <dgm:pt modelId="{771559B6-4BD1-4281-A59C-CC3B3D087998}" type="pres">
      <dgm:prSet presAssocID="{D1BAA542-7DE3-4975-BE20-1880B1FA65FD}" presName="spaceRect" presStyleCnt="0"/>
      <dgm:spPr/>
    </dgm:pt>
    <dgm:pt modelId="{3F09C501-7A9A-4E4E-873A-74F19D53CF09}" type="pres">
      <dgm:prSet presAssocID="{D1BAA542-7DE3-4975-BE20-1880B1FA65FD}" presName="parTx" presStyleLbl="revTx" presStyleIdx="0" presStyleCnt="3">
        <dgm:presLayoutVars>
          <dgm:chMax val="0"/>
          <dgm:chPref val="0"/>
        </dgm:presLayoutVars>
      </dgm:prSet>
      <dgm:spPr/>
    </dgm:pt>
    <dgm:pt modelId="{28F1116E-5B25-4E2E-8192-32A6DC70192D}" type="pres">
      <dgm:prSet presAssocID="{BA639638-D387-4AF0-B014-A377654BC6E5}" presName="sibTrans" presStyleCnt="0"/>
      <dgm:spPr/>
    </dgm:pt>
    <dgm:pt modelId="{75159106-B16D-48B4-8BD9-EC43F476EECA}" type="pres">
      <dgm:prSet presAssocID="{0AA7A9BB-7824-4B1C-BF02-4278CF3299F8}" presName="compNode" presStyleCnt="0"/>
      <dgm:spPr/>
    </dgm:pt>
    <dgm:pt modelId="{576FFC2C-D013-4DED-B490-0789B3B504CC}" type="pres">
      <dgm:prSet presAssocID="{0AA7A9BB-7824-4B1C-BF02-4278CF3299F8}" presName="bgRect" presStyleLbl="bgShp" presStyleIdx="1" presStyleCnt="3"/>
      <dgm:spPr/>
    </dgm:pt>
    <dgm:pt modelId="{57965347-A81D-4B99-A8FD-A908332A4B32}" type="pres">
      <dgm:prSet presAssocID="{0AA7A9BB-7824-4B1C-BF02-4278CF3299F8}" presName="iconRect" presStyleLbl="node1" presStyleIdx="1" presStyleCnt="3"/>
      <dgm:spPr>
        <a:blipFill>
          <a:blip xmlns:r="http://schemas.openxmlformats.org/officeDocument/2006/relationships">
            <a:extLst>
              <a:ext uri="{96DAC541-7B7A-43D3-8B79-37D633B846F1}">
                <asvg:svgBlip xmlns:asvg="http://schemas.microsoft.com/office/drawing/2016/SVG/main" r:embed="rId2"/>
              </a:ext>
            </a:extLst>
          </a:blip>
          <a:srcRect/>
          <a:stretch>
            <a:fillRect/>
          </a:stretch>
        </a:blipFill>
        <a:ln>
          <a:noFill/>
        </a:ln>
      </dgm:spPr>
      <dgm:extLst>
        <a:ext uri="{E40237B7-FDA0-4F09-8148-C483321AD2D9}">
          <dgm14:cNvPr xmlns:dgm14="http://schemas.microsoft.com/office/drawing/2010/diagram" id="0" name="" descr="Blueprint with solid fill"/>
        </a:ext>
      </dgm:extLst>
    </dgm:pt>
    <dgm:pt modelId="{6079A5B3-93FB-418E-89C0-7FDCB3EF75EC}" type="pres">
      <dgm:prSet presAssocID="{0AA7A9BB-7824-4B1C-BF02-4278CF3299F8}" presName="spaceRect" presStyleCnt="0"/>
      <dgm:spPr/>
    </dgm:pt>
    <dgm:pt modelId="{DA2D40E8-29A2-4DB7-97A8-3DDFBE488359}" type="pres">
      <dgm:prSet presAssocID="{0AA7A9BB-7824-4B1C-BF02-4278CF3299F8}" presName="parTx" presStyleLbl="revTx" presStyleIdx="1" presStyleCnt="3">
        <dgm:presLayoutVars>
          <dgm:chMax val="0"/>
          <dgm:chPref val="0"/>
        </dgm:presLayoutVars>
      </dgm:prSet>
      <dgm:spPr/>
    </dgm:pt>
    <dgm:pt modelId="{3C1F8A5C-7FF0-42DF-A8B2-8E7897420D91}" type="pres">
      <dgm:prSet presAssocID="{755550D5-1A19-4D64-BC92-590A38D0A0A8}" presName="sibTrans" presStyleCnt="0"/>
      <dgm:spPr/>
    </dgm:pt>
    <dgm:pt modelId="{80517C57-C0E9-4816-94FF-935AC9E1E2A7}" type="pres">
      <dgm:prSet presAssocID="{A29114C6-8210-4729-A0F3-653901333BCB}" presName="compNode" presStyleCnt="0"/>
      <dgm:spPr/>
    </dgm:pt>
    <dgm:pt modelId="{1306608F-16A8-488B-BF4F-49CD5D5C1FC1}" type="pres">
      <dgm:prSet presAssocID="{A29114C6-8210-4729-A0F3-653901333BCB}" presName="bgRect" presStyleLbl="bgShp" presStyleIdx="2" presStyleCnt="3"/>
      <dgm:spPr/>
    </dgm:pt>
    <dgm:pt modelId="{E398254A-D3B5-4D6D-BCFB-69F6FC333A23}" type="pres">
      <dgm:prSet presAssocID="{A29114C6-8210-4729-A0F3-653901333BCB}" presName="iconRect" presStyleLbl="node1" presStyleIdx="2" presStyleCnt="3"/>
      <dgm:spPr>
        <a:blipFill>
          <a:blip xmlns:r="http://schemas.openxmlformats.org/officeDocument/2006/relationships">
            <a:extLst>
              <a:ext uri="{96DAC541-7B7A-43D3-8B79-37D633B846F1}">
                <asvg:svgBlip xmlns:asvg="http://schemas.microsoft.com/office/drawing/2016/SVG/main" r:embed="rId3"/>
              </a:ext>
            </a:extLst>
          </a:blip>
          <a:srcRect/>
          <a:stretch>
            <a:fillRect/>
          </a:stretch>
        </a:blipFill>
        <a:ln>
          <a:noFill/>
        </a:ln>
      </dgm:spPr>
      <dgm:extLst>
        <a:ext uri="{E40237B7-FDA0-4F09-8148-C483321AD2D9}">
          <dgm14:cNvPr xmlns:dgm14="http://schemas.microsoft.com/office/drawing/2010/diagram" id="0" name="" descr="Mom with stroller with solid fill"/>
        </a:ext>
      </dgm:extLst>
    </dgm:pt>
    <dgm:pt modelId="{27678B59-441D-4381-B7FB-BB445AB60DC9}" type="pres">
      <dgm:prSet presAssocID="{A29114C6-8210-4729-A0F3-653901333BCB}" presName="spaceRect" presStyleCnt="0"/>
      <dgm:spPr/>
    </dgm:pt>
    <dgm:pt modelId="{EE9CB0B8-DB7F-4681-BA81-747E4B67F267}" type="pres">
      <dgm:prSet presAssocID="{A29114C6-8210-4729-A0F3-653901333BCB}" presName="parTx" presStyleLbl="revTx" presStyleIdx="2" presStyleCnt="3">
        <dgm:presLayoutVars>
          <dgm:chMax val="0"/>
          <dgm:chPref val="0"/>
        </dgm:presLayoutVars>
      </dgm:prSet>
      <dgm:spPr/>
    </dgm:pt>
  </dgm:ptLst>
  <dgm:cxnLst>
    <dgm:cxn modelId="{A2113605-97DD-4DB5-8A8A-720740601D70}" type="presOf" srcId="{D1BAA542-7DE3-4975-BE20-1880B1FA65FD}" destId="{3F09C501-7A9A-4E4E-873A-74F19D53CF09}" srcOrd="0" destOrd="0" presId="urn:microsoft.com/office/officeart/2018/2/layout/IconVerticalSolidList"/>
    <dgm:cxn modelId="{8FDA8309-3ADC-4904-8392-1F415F74DED2}" type="presOf" srcId="{A29114C6-8210-4729-A0F3-653901333BCB}" destId="{EE9CB0B8-DB7F-4681-BA81-747E4B67F267}" srcOrd="0" destOrd="0" presId="urn:microsoft.com/office/officeart/2018/2/layout/IconVerticalSolidList"/>
    <dgm:cxn modelId="{00781C5C-6A21-4736-848C-0C17BD43E6DC}" type="presOf" srcId="{0AA7A9BB-7824-4B1C-BF02-4278CF3299F8}" destId="{DA2D40E8-29A2-4DB7-97A8-3DDFBE488359}" srcOrd="0" destOrd="0" presId="urn:microsoft.com/office/officeart/2018/2/layout/IconVerticalSolidList"/>
    <dgm:cxn modelId="{DB1EE88E-BFE5-49E1-9150-82D5D01495C9}" type="presOf" srcId="{2F77678D-0371-4630-ADC2-7BB5B202AC2F}" destId="{36941AB0-70F8-4D3D-915F-F20F668F3618}" srcOrd="0" destOrd="0" presId="urn:microsoft.com/office/officeart/2018/2/layout/IconVerticalSolidList"/>
    <dgm:cxn modelId="{E0CE1A97-CDD0-4636-B49E-0CCD2CF91BB9}" srcId="{2F77678D-0371-4630-ADC2-7BB5B202AC2F}" destId="{D1BAA542-7DE3-4975-BE20-1880B1FA65FD}" srcOrd="0" destOrd="0" parTransId="{B507714C-08B8-4D8A-9256-9F439DB85938}" sibTransId="{BA639638-D387-4AF0-B014-A377654BC6E5}"/>
    <dgm:cxn modelId="{EA3F43BC-5AAC-40EF-AC97-E7E896D1E921}" srcId="{2F77678D-0371-4630-ADC2-7BB5B202AC2F}" destId="{A29114C6-8210-4729-A0F3-653901333BCB}" srcOrd="2" destOrd="0" parTransId="{1CD85EAD-2822-40D4-AC70-B0B6DC43652C}" sibTransId="{C6FE1795-829E-4A03-A1C4-2AD9125CA380}"/>
    <dgm:cxn modelId="{A6B43FBD-7082-4406-83CE-FD65D807B4BC}" srcId="{2F77678D-0371-4630-ADC2-7BB5B202AC2F}" destId="{0AA7A9BB-7824-4B1C-BF02-4278CF3299F8}" srcOrd="1" destOrd="0" parTransId="{67CC9003-19C8-48EE-809C-66433C260B1D}" sibTransId="{755550D5-1A19-4D64-BC92-590A38D0A0A8}"/>
    <dgm:cxn modelId="{521AF68B-201C-45B5-B4B9-453FC00868BD}" type="presParOf" srcId="{36941AB0-70F8-4D3D-915F-F20F668F3618}" destId="{4A6DFFE3-CB3D-46E5-9F22-8B821B21FCB2}" srcOrd="0" destOrd="0" presId="urn:microsoft.com/office/officeart/2018/2/layout/IconVerticalSolidList"/>
    <dgm:cxn modelId="{51775D74-4998-4189-8963-89EF56DBB60C}" type="presParOf" srcId="{4A6DFFE3-CB3D-46E5-9F22-8B821B21FCB2}" destId="{A22FA782-861A-4BE5-96AC-77A4ED3102F1}" srcOrd="0" destOrd="0" presId="urn:microsoft.com/office/officeart/2018/2/layout/IconVerticalSolidList"/>
    <dgm:cxn modelId="{75A1ED2B-303D-4847-B32F-E6C89C1B4372}" type="presParOf" srcId="{4A6DFFE3-CB3D-46E5-9F22-8B821B21FCB2}" destId="{44688F4E-2F1A-4F88-8EF1-521B9A465D97}" srcOrd="1" destOrd="0" presId="urn:microsoft.com/office/officeart/2018/2/layout/IconVerticalSolidList"/>
    <dgm:cxn modelId="{8F3C6C7D-3266-4408-B7D3-B9E393D27D41}" type="presParOf" srcId="{4A6DFFE3-CB3D-46E5-9F22-8B821B21FCB2}" destId="{771559B6-4BD1-4281-A59C-CC3B3D087998}" srcOrd="2" destOrd="0" presId="urn:microsoft.com/office/officeart/2018/2/layout/IconVerticalSolidList"/>
    <dgm:cxn modelId="{BD88DF6B-D332-4999-AE59-97538E5BFA71}" type="presParOf" srcId="{4A6DFFE3-CB3D-46E5-9F22-8B821B21FCB2}" destId="{3F09C501-7A9A-4E4E-873A-74F19D53CF09}" srcOrd="3" destOrd="0" presId="urn:microsoft.com/office/officeart/2018/2/layout/IconVerticalSolidList"/>
    <dgm:cxn modelId="{08E8F020-A75C-41AC-89E1-016CAED21CF8}" type="presParOf" srcId="{36941AB0-70F8-4D3D-915F-F20F668F3618}" destId="{28F1116E-5B25-4E2E-8192-32A6DC70192D}" srcOrd="1" destOrd="0" presId="urn:microsoft.com/office/officeart/2018/2/layout/IconVerticalSolidList"/>
    <dgm:cxn modelId="{398EB3CB-7E58-490D-93FA-1CF0F3436CFB}" type="presParOf" srcId="{36941AB0-70F8-4D3D-915F-F20F668F3618}" destId="{75159106-B16D-48B4-8BD9-EC43F476EECA}" srcOrd="2" destOrd="0" presId="urn:microsoft.com/office/officeart/2018/2/layout/IconVerticalSolidList"/>
    <dgm:cxn modelId="{C31372B6-607C-4A92-8ABF-83C6EA016EED}" type="presParOf" srcId="{75159106-B16D-48B4-8BD9-EC43F476EECA}" destId="{576FFC2C-D013-4DED-B490-0789B3B504CC}" srcOrd="0" destOrd="0" presId="urn:microsoft.com/office/officeart/2018/2/layout/IconVerticalSolidList"/>
    <dgm:cxn modelId="{5B47DAE9-66E3-49F7-B57C-4F3198624ED7}" type="presParOf" srcId="{75159106-B16D-48B4-8BD9-EC43F476EECA}" destId="{57965347-A81D-4B99-A8FD-A908332A4B32}" srcOrd="1" destOrd="0" presId="urn:microsoft.com/office/officeart/2018/2/layout/IconVerticalSolidList"/>
    <dgm:cxn modelId="{6F19728D-E772-40FC-AA64-E1E5225A3B83}" type="presParOf" srcId="{75159106-B16D-48B4-8BD9-EC43F476EECA}" destId="{6079A5B3-93FB-418E-89C0-7FDCB3EF75EC}" srcOrd="2" destOrd="0" presId="urn:microsoft.com/office/officeart/2018/2/layout/IconVerticalSolidList"/>
    <dgm:cxn modelId="{46C5A75D-AA60-44A7-BFF5-323D3813B757}" type="presParOf" srcId="{75159106-B16D-48B4-8BD9-EC43F476EECA}" destId="{DA2D40E8-29A2-4DB7-97A8-3DDFBE488359}" srcOrd="3" destOrd="0" presId="urn:microsoft.com/office/officeart/2018/2/layout/IconVerticalSolidList"/>
    <dgm:cxn modelId="{2450EC4E-CE76-4C44-A625-211970A72213}" type="presParOf" srcId="{36941AB0-70F8-4D3D-915F-F20F668F3618}" destId="{3C1F8A5C-7FF0-42DF-A8B2-8E7897420D91}" srcOrd="3" destOrd="0" presId="urn:microsoft.com/office/officeart/2018/2/layout/IconVerticalSolidList"/>
    <dgm:cxn modelId="{B1E39AA4-87A0-4C0C-BB5A-C98CC1BFB184}" type="presParOf" srcId="{36941AB0-70F8-4D3D-915F-F20F668F3618}" destId="{80517C57-C0E9-4816-94FF-935AC9E1E2A7}" srcOrd="4" destOrd="0" presId="urn:microsoft.com/office/officeart/2018/2/layout/IconVerticalSolidList"/>
    <dgm:cxn modelId="{937DBD6E-1E0C-484E-A3D1-C39D82E5C89E}" type="presParOf" srcId="{80517C57-C0E9-4816-94FF-935AC9E1E2A7}" destId="{1306608F-16A8-488B-BF4F-49CD5D5C1FC1}" srcOrd="0" destOrd="0" presId="urn:microsoft.com/office/officeart/2018/2/layout/IconVerticalSolidList"/>
    <dgm:cxn modelId="{ACFFF7CC-3ABA-4EAD-A862-F1BA1B16C043}" type="presParOf" srcId="{80517C57-C0E9-4816-94FF-935AC9E1E2A7}" destId="{E398254A-D3B5-4D6D-BCFB-69F6FC333A23}" srcOrd="1" destOrd="0" presId="urn:microsoft.com/office/officeart/2018/2/layout/IconVerticalSolidList"/>
    <dgm:cxn modelId="{11851A56-DF29-42CD-96E6-3511FD245ABA}" type="presParOf" srcId="{80517C57-C0E9-4816-94FF-935AC9E1E2A7}" destId="{27678B59-441D-4381-B7FB-BB445AB60DC9}" srcOrd="2" destOrd="0" presId="urn:microsoft.com/office/officeart/2018/2/layout/IconVerticalSolidList"/>
    <dgm:cxn modelId="{9D1255F3-717E-4438-A406-86D2D3C1CD67}" type="presParOf" srcId="{80517C57-C0E9-4816-94FF-935AC9E1E2A7}" destId="{EE9CB0B8-DB7F-4681-BA81-747E4B67F267}"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D53E5A-B396-476B-827A-0C8D97374C75}">
      <dsp:nvSpPr>
        <dsp:cNvPr id="0" name=""/>
        <dsp:cNvSpPr/>
      </dsp:nvSpPr>
      <dsp:spPr>
        <a:xfrm>
          <a:off x="13699" y="311174"/>
          <a:ext cx="1078245" cy="1078245"/>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9C7FCF0-0F83-47EF-B4E3-DFC332FF1F37}">
      <dsp:nvSpPr>
        <dsp:cNvPr id="0" name=""/>
        <dsp:cNvSpPr/>
      </dsp:nvSpPr>
      <dsp:spPr>
        <a:xfrm>
          <a:off x="240131" y="537606"/>
          <a:ext cx="625382" cy="62538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53A6F0F9-EA6E-4353-8B79-17ADEFD3C042}">
      <dsp:nvSpPr>
        <dsp:cNvPr id="0" name=""/>
        <dsp:cNvSpPr/>
      </dsp:nvSpPr>
      <dsp:spPr>
        <a:xfrm>
          <a:off x="1322997" y="311174"/>
          <a:ext cx="2541577" cy="10782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90000"/>
            </a:lnSpc>
            <a:spcBef>
              <a:spcPct val="0"/>
            </a:spcBef>
            <a:spcAft>
              <a:spcPct val="35000"/>
            </a:spcAft>
            <a:buNone/>
          </a:pPr>
          <a:r>
            <a:rPr lang="en-US" sz="1400" b="0" i="0" u="sng" kern="1200" baseline="0" dirty="0"/>
            <a:t>Several well-being questionnaires </a:t>
          </a:r>
          <a:r>
            <a:rPr lang="en-US" sz="1400" b="0" i="0" kern="1200" baseline="0" dirty="0"/>
            <a:t>have been developed to use in non-curative care to evaluate technology and services </a:t>
          </a:r>
          <a:endParaRPr lang="en-US" sz="1400" kern="1200" dirty="0"/>
        </a:p>
      </dsp:txBody>
      <dsp:txXfrm>
        <a:off x="1322997" y="311174"/>
        <a:ext cx="2541577" cy="1078245"/>
      </dsp:txXfrm>
    </dsp:sp>
    <dsp:sp modelId="{52945532-4D0E-4A42-AFCC-9F2780655FA8}">
      <dsp:nvSpPr>
        <dsp:cNvPr id="0" name=""/>
        <dsp:cNvSpPr/>
      </dsp:nvSpPr>
      <dsp:spPr>
        <a:xfrm>
          <a:off x="4307425" y="311174"/>
          <a:ext cx="1078245" cy="1078245"/>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3E1B79D-04EB-43A0-BA2A-C452246017CA}">
      <dsp:nvSpPr>
        <dsp:cNvPr id="0" name=""/>
        <dsp:cNvSpPr/>
      </dsp:nvSpPr>
      <dsp:spPr>
        <a:xfrm>
          <a:off x="4533856" y="537606"/>
          <a:ext cx="625382" cy="62538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E8B7C78-FA24-4234-8110-E6665DAB46DC}">
      <dsp:nvSpPr>
        <dsp:cNvPr id="0" name=""/>
        <dsp:cNvSpPr/>
      </dsp:nvSpPr>
      <dsp:spPr>
        <a:xfrm>
          <a:off x="5616722" y="311174"/>
          <a:ext cx="2541577" cy="10782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90000"/>
            </a:lnSpc>
            <a:spcBef>
              <a:spcPct val="0"/>
            </a:spcBef>
            <a:spcAft>
              <a:spcPct val="35000"/>
            </a:spcAft>
            <a:buNone/>
          </a:pPr>
          <a:r>
            <a:rPr lang="en-US" sz="1400" b="0" i="0" kern="1200" baseline="0" dirty="0"/>
            <a:t>These questionnaires are at </a:t>
          </a:r>
          <a:r>
            <a:rPr lang="en-US" sz="1400" b="0" i="0" u="sng" kern="1200" baseline="0" dirty="0"/>
            <a:t>different stages of development </a:t>
          </a:r>
          <a:r>
            <a:rPr lang="en-US" sz="1400" b="0" i="0" kern="1200" baseline="0" dirty="0"/>
            <a:t>and have never been compared altogether in the same context/population</a:t>
          </a:r>
          <a:endParaRPr lang="en-US" sz="1400" kern="1200" dirty="0"/>
        </a:p>
      </dsp:txBody>
      <dsp:txXfrm>
        <a:off x="5616722" y="311174"/>
        <a:ext cx="2541577" cy="1078245"/>
      </dsp:txXfrm>
    </dsp:sp>
    <dsp:sp modelId="{BAD7A230-F1EC-4C6A-80A2-438C5474875B}">
      <dsp:nvSpPr>
        <dsp:cNvPr id="0" name=""/>
        <dsp:cNvSpPr/>
      </dsp:nvSpPr>
      <dsp:spPr>
        <a:xfrm>
          <a:off x="13699" y="1958580"/>
          <a:ext cx="1078245" cy="1078245"/>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92E7F33-FF3A-4A19-A3B8-9F924A69D859}">
      <dsp:nvSpPr>
        <dsp:cNvPr id="0" name=""/>
        <dsp:cNvSpPr/>
      </dsp:nvSpPr>
      <dsp:spPr>
        <a:xfrm>
          <a:off x="240131" y="2185011"/>
          <a:ext cx="625382" cy="625382"/>
        </a:xfrm>
        <a:prstGeom prst="rect">
          <a:avLst/>
        </a:prstGeom>
        <a:blipFill>
          <a:blip xmlns:r="http://schemas.openxmlformats.org/officeDocument/2006/relationships">
            <a:extLst>
              <a:ext uri="{96DAC541-7B7A-43D3-8B79-37D633B846F1}">
                <asvg:svgBlip xmlns:asvg="http://schemas.microsoft.com/office/drawing/2016/SVG/main" r:embed="rId3"/>
              </a:ext>
            </a:extLst>
          </a:blip>
          <a:srcRect/>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F60A4869-D9AD-4E3D-B229-F0274C8DBFB6}">
      <dsp:nvSpPr>
        <dsp:cNvPr id="0" name=""/>
        <dsp:cNvSpPr/>
      </dsp:nvSpPr>
      <dsp:spPr>
        <a:xfrm>
          <a:off x="1322997" y="1958580"/>
          <a:ext cx="2541577" cy="10782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90000"/>
            </a:lnSpc>
            <a:spcBef>
              <a:spcPct val="0"/>
            </a:spcBef>
            <a:spcAft>
              <a:spcPct val="35000"/>
            </a:spcAft>
            <a:buNone/>
          </a:pPr>
          <a:r>
            <a:rPr lang="en-US" sz="1400" b="0" i="0" u="sng" kern="1200" baseline="0" dirty="0"/>
            <a:t>It is still unclear which instruments should be used </a:t>
          </a:r>
          <a:r>
            <a:rPr lang="en-US" sz="1400" b="0" i="0" kern="1200" baseline="0" dirty="0"/>
            <a:t>to assess the effectiveness of an intervention targeting well-being in a specific context</a:t>
          </a:r>
          <a:endParaRPr lang="en-US" sz="1400" kern="1200" dirty="0"/>
        </a:p>
      </dsp:txBody>
      <dsp:txXfrm>
        <a:off x="1322997" y="1958580"/>
        <a:ext cx="2541577" cy="1078245"/>
      </dsp:txXfrm>
    </dsp:sp>
    <dsp:sp modelId="{BBFC21C5-6BDD-4EA1-8473-C9B72A532417}">
      <dsp:nvSpPr>
        <dsp:cNvPr id="0" name=""/>
        <dsp:cNvSpPr/>
      </dsp:nvSpPr>
      <dsp:spPr>
        <a:xfrm>
          <a:off x="4307425" y="1958580"/>
          <a:ext cx="1078245" cy="1078245"/>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C6649E1-7345-4F7D-9E37-E3124D0AF362}">
      <dsp:nvSpPr>
        <dsp:cNvPr id="0" name=""/>
        <dsp:cNvSpPr/>
      </dsp:nvSpPr>
      <dsp:spPr>
        <a:xfrm>
          <a:off x="4533856" y="2185011"/>
          <a:ext cx="625382" cy="625382"/>
        </a:xfrm>
        <a:prstGeom prst="rect">
          <a:avLst/>
        </a:prstGeom>
        <a:blipFill>
          <a:blip xmlns:r="http://schemas.openxmlformats.org/officeDocument/2006/relationships">
            <a:extLst>
              <a:ext uri="{96DAC541-7B7A-43D3-8B79-37D633B846F1}">
                <asvg:svgBlip xmlns:asvg="http://schemas.microsoft.com/office/drawing/2016/SVG/main" r:embed="rId4"/>
              </a:ext>
            </a:extLst>
          </a:blip>
          <a:srcRect/>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AA970FB-A119-4878-9E73-BBEE04865926}">
      <dsp:nvSpPr>
        <dsp:cNvPr id="0" name=""/>
        <dsp:cNvSpPr/>
      </dsp:nvSpPr>
      <dsp:spPr>
        <a:xfrm>
          <a:off x="5616722" y="1958580"/>
          <a:ext cx="2541577" cy="10782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90000"/>
            </a:lnSpc>
            <a:spcBef>
              <a:spcPct val="0"/>
            </a:spcBef>
            <a:spcAft>
              <a:spcPct val="35000"/>
            </a:spcAft>
            <a:buNone/>
          </a:pPr>
          <a:r>
            <a:rPr lang="en-US" sz="1400" b="0" i="0" kern="1200" baseline="0" dirty="0"/>
            <a:t>This question led to the project named “</a:t>
          </a:r>
          <a:r>
            <a:rPr lang="en-US" sz="1400" b="0" i="0" u="sng" kern="1200" baseline="0" dirty="0"/>
            <a:t>The Well-being Multi-Instrument Comparison</a:t>
          </a:r>
          <a:r>
            <a:rPr lang="en-US" sz="1400" b="0" i="0" kern="1200" baseline="0" dirty="0"/>
            <a:t>” (W-MIC) study </a:t>
          </a:r>
          <a:endParaRPr lang="en-US" sz="1400" kern="1200" dirty="0"/>
        </a:p>
      </dsp:txBody>
      <dsp:txXfrm>
        <a:off x="5616722" y="1958580"/>
        <a:ext cx="2541577" cy="107824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E4B17B8-7BFD-45DE-B39F-EC0F9092F9F3}">
      <dsp:nvSpPr>
        <dsp:cNvPr id="0" name=""/>
        <dsp:cNvSpPr/>
      </dsp:nvSpPr>
      <dsp:spPr>
        <a:xfrm>
          <a:off x="0" y="2615"/>
          <a:ext cx="8172000" cy="55712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075A1F4-FB67-467D-BE3F-DCEE0F9A8284}">
      <dsp:nvSpPr>
        <dsp:cNvPr id="0" name=""/>
        <dsp:cNvSpPr/>
      </dsp:nvSpPr>
      <dsp:spPr>
        <a:xfrm>
          <a:off x="168531" y="127969"/>
          <a:ext cx="306420" cy="30642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8CD178C5-FDFB-4126-AF63-01DA5E2EE334}">
      <dsp:nvSpPr>
        <dsp:cNvPr id="0" name=""/>
        <dsp:cNvSpPr/>
      </dsp:nvSpPr>
      <dsp:spPr>
        <a:xfrm>
          <a:off x="643482" y="2615"/>
          <a:ext cx="7528517" cy="5571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8963" tIns="58963" rIns="58963" bIns="58963" numCol="1" spcCol="1270" anchor="ctr" anchorCtr="0">
          <a:noAutofit/>
        </a:bodyPr>
        <a:lstStyle/>
        <a:p>
          <a:pPr marL="0" lvl="0" indent="0" algn="l" defTabSz="711200">
            <a:lnSpc>
              <a:spcPct val="90000"/>
            </a:lnSpc>
            <a:spcBef>
              <a:spcPct val="0"/>
            </a:spcBef>
            <a:spcAft>
              <a:spcPct val="35000"/>
            </a:spcAft>
            <a:buNone/>
          </a:pPr>
          <a:r>
            <a:rPr lang="en-US" sz="1600" kern="1200" dirty="0"/>
            <a:t>How do wellbeing scores vary across different health conditions and demographic subgroups?</a:t>
          </a:r>
        </a:p>
      </dsp:txBody>
      <dsp:txXfrm>
        <a:off x="643482" y="2615"/>
        <a:ext cx="7528517" cy="557128"/>
      </dsp:txXfrm>
    </dsp:sp>
    <dsp:sp modelId="{31CFD08F-748B-4423-9533-285C23F6AE8B}">
      <dsp:nvSpPr>
        <dsp:cNvPr id="0" name=""/>
        <dsp:cNvSpPr/>
      </dsp:nvSpPr>
      <dsp:spPr>
        <a:xfrm>
          <a:off x="0" y="699025"/>
          <a:ext cx="8172000" cy="55712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C86F1DE-F0CE-45BC-97F1-5D8B74EFD23C}">
      <dsp:nvSpPr>
        <dsp:cNvPr id="0" name=""/>
        <dsp:cNvSpPr/>
      </dsp:nvSpPr>
      <dsp:spPr>
        <a:xfrm>
          <a:off x="168531" y="824379"/>
          <a:ext cx="306420" cy="306420"/>
        </a:xfrm>
        <a:prstGeom prst="rect">
          <a:avLst/>
        </a:prstGeom>
        <a:blipFill>
          <a:blip xmlns:r="http://schemas.openxmlformats.org/officeDocument/2006/relationships">
            <a:extLst>
              <a:ext uri="{96DAC541-7B7A-43D3-8B79-37D633B846F1}">
                <asvg:svgBlip xmlns:asvg="http://schemas.microsoft.com/office/drawing/2016/SVG/main" r:embed="rId2"/>
              </a:ext>
            </a:extLst>
          </a:blip>
          <a:srcRect/>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D47AAA4-5934-423A-B90E-2ED981CD6600}">
      <dsp:nvSpPr>
        <dsp:cNvPr id="0" name=""/>
        <dsp:cNvSpPr/>
      </dsp:nvSpPr>
      <dsp:spPr>
        <a:xfrm>
          <a:off x="643482" y="699025"/>
          <a:ext cx="7528517" cy="5571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8963" tIns="58963" rIns="58963" bIns="58963" numCol="1" spcCol="1270" anchor="ctr" anchorCtr="0">
          <a:noAutofit/>
        </a:bodyPr>
        <a:lstStyle/>
        <a:p>
          <a:pPr marL="0" lvl="0" indent="0" algn="l" defTabSz="711200">
            <a:lnSpc>
              <a:spcPct val="90000"/>
            </a:lnSpc>
            <a:spcBef>
              <a:spcPct val="0"/>
            </a:spcBef>
            <a:spcAft>
              <a:spcPct val="35000"/>
            </a:spcAft>
            <a:buNone/>
          </a:pPr>
          <a:r>
            <a:rPr lang="en-US" sz="1600" kern="1200"/>
            <a:t>What are the conceptual similarities and differences across the instruments?</a:t>
          </a:r>
        </a:p>
      </dsp:txBody>
      <dsp:txXfrm>
        <a:off x="643482" y="699025"/>
        <a:ext cx="7528517" cy="557128"/>
      </dsp:txXfrm>
    </dsp:sp>
    <dsp:sp modelId="{93EC1B9B-1012-4DAE-B800-168D754E31F0}">
      <dsp:nvSpPr>
        <dsp:cNvPr id="0" name=""/>
        <dsp:cNvSpPr/>
      </dsp:nvSpPr>
      <dsp:spPr>
        <a:xfrm>
          <a:off x="0" y="1395435"/>
          <a:ext cx="8172000" cy="55712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36B13DE-C5E0-4558-A4F1-9ABFE8D457FD}">
      <dsp:nvSpPr>
        <dsp:cNvPr id="0" name=""/>
        <dsp:cNvSpPr/>
      </dsp:nvSpPr>
      <dsp:spPr>
        <a:xfrm>
          <a:off x="168531" y="1520789"/>
          <a:ext cx="306420" cy="306420"/>
        </a:xfrm>
        <a:prstGeom prst="rect">
          <a:avLst/>
        </a:prstGeom>
        <a:blipFill>
          <a:blip xmlns:r="http://schemas.openxmlformats.org/officeDocument/2006/relationships">
            <a:extLst>
              <a:ext uri="{96DAC541-7B7A-43D3-8B79-37D633B846F1}">
                <asvg:svgBlip xmlns:asvg="http://schemas.microsoft.com/office/drawing/2016/SVG/main" r:embed="rId3"/>
              </a:ext>
            </a:extLst>
          </a:blip>
          <a:srcRect/>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B73AAE0E-64D1-4871-BE90-237E38BB787E}">
      <dsp:nvSpPr>
        <dsp:cNvPr id="0" name=""/>
        <dsp:cNvSpPr/>
      </dsp:nvSpPr>
      <dsp:spPr>
        <a:xfrm>
          <a:off x="643482" y="1395435"/>
          <a:ext cx="7528517" cy="5571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8963" tIns="58963" rIns="58963" bIns="58963" numCol="1" spcCol="1270" anchor="ctr" anchorCtr="0">
          <a:noAutofit/>
        </a:bodyPr>
        <a:lstStyle/>
        <a:p>
          <a:pPr marL="0" lvl="0" indent="0" algn="l" defTabSz="711200">
            <a:lnSpc>
              <a:spcPct val="90000"/>
            </a:lnSpc>
            <a:spcBef>
              <a:spcPct val="0"/>
            </a:spcBef>
            <a:spcAft>
              <a:spcPct val="35000"/>
            </a:spcAft>
            <a:buNone/>
          </a:pPr>
          <a:r>
            <a:rPr lang="en-US" sz="1600" kern="1200"/>
            <a:t>Are the instruments able to distinguish individuals with different severity levels across clinical conditions?</a:t>
          </a:r>
        </a:p>
      </dsp:txBody>
      <dsp:txXfrm>
        <a:off x="643482" y="1395435"/>
        <a:ext cx="7528517" cy="557128"/>
      </dsp:txXfrm>
    </dsp:sp>
    <dsp:sp modelId="{EE923D9E-8604-4DE8-AE6F-443DACA437AC}">
      <dsp:nvSpPr>
        <dsp:cNvPr id="0" name=""/>
        <dsp:cNvSpPr/>
      </dsp:nvSpPr>
      <dsp:spPr>
        <a:xfrm>
          <a:off x="0" y="2091846"/>
          <a:ext cx="8172000" cy="55712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72BE64B-A1A5-406E-8B39-8CEA2C1EC9A5}">
      <dsp:nvSpPr>
        <dsp:cNvPr id="0" name=""/>
        <dsp:cNvSpPr/>
      </dsp:nvSpPr>
      <dsp:spPr>
        <a:xfrm>
          <a:off x="168531" y="2217199"/>
          <a:ext cx="306420" cy="30642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BA7F5B2-BCDB-4DE7-9F46-5DFE8550708D}">
      <dsp:nvSpPr>
        <dsp:cNvPr id="0" name=""/>
        <dsp:cNvSpPr/>
      </dsp:nvSpPr>
      <dsp:spPr>
        <a:xfrm>
          <a:off x="643482" y="2091846"/>
          <a:ext cx="7528517" cy="5571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8963" tIns="58963" rIns="58963" bIns="58963" numCol="1" spcCol="1270" anchor="ctr" anchorCtr="0">
          <a:noAutofit/>
        </a:bodyPr>
        <a:lstStyle/>
        <a:p>
          <a:pPr marL="0" lvl="0" indent="0" algn="l" defTabSz="711200">
            <a:lnSpc>
              <a:spcPct val="90000"/>
            </a:lnSpc>
            <a:spcBef>
              <a:spcPct val="0"/>
            </a:spcBef>
            <a:spcAft>
              <a:spcPct val="35000"/>
            </a:spcAft>
            <a:buNone/>
          </a:pPr>
          <a:r>
            <a:rPr lang="en-US" sz="1600" kern="1200"/>
            <a:t>Do the instruments provide reliable measurement of wellbeing over time?</a:t>
          </a:r>
        </a:p>
      </dsp:txBody>
      <dsp:txXfrm>
        <a:off x="643482" y="2091846"/>
        <a:ext cx="7528517" cy="557128"/>
      </dsp:txXfrm>
    </dsp:sp>
    <dsp:sp modelId="{85250C6E-1612-4029-B2E2-DB7511313F72}">
      <dsp:nvSpPr>
        <dsp:cNvPr id="0" name=""/>
        <dsp:cNvSpPr/>
      </dsp:nvSpPr>
      <dsp:spPr>
        <a:xfrm>
          <a:off x="0" y="2788256"/>
          <a:ext cx="8172000" cy="55712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E0DA126-5AA3-4D5C-9A94-2320ABBA407A}">
      <dsp:nvSpPr>
        <dsp:cNvPr id="0" name=""/>
        <dsp:cNvSpPr/>
      </dsp:nvSpPr>
      <dsp:spPr>
        <a:xfrm>
          <a:off x="168531" y="2913610"/>
          <a:ext cx="306420" cy="30642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7EB535F-6EBF-4811-A713-ED1E7DC8E17B}">
      <dsp:nvSpPr>
        <dsp:cNvPr id="0" name=""/>
        <dsp:cNvSpPr/>
      </dsp:nvSpPr>
      <dsp:spPr>
        <a:xfrm>
          <a:off x="643482" y="2788256"/>
          <a:ext cx="7528517" cy="55712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8963" tIns="58963" rIns="58963" bIns="58963" numCol="1" spcCol="1270" anchor="ctr" anchorCtr="0">
          <a:noAutofit/>
        </a:bodyPr>
        <a:lstStyle/>
        <a:p>
          <a:pPr marL="0" lvl="0" indent="0" algn="l" defTabSz="711200">
            <a:lnSpc>
              <a:spcPct val="90000"/>
            </a:lnSpc>
            <a:spcBef>
              <a:spcPct val="0"/>
            </a:spcBef>
            <a:spcAft>
              <a:spcPct val="35000"/>
            </a:spcAft>
            <a:buNone/>
          </a:pPr>
          <a:r>
            <a:rPr lang="en-US" sz="1600" kern="1200"/>
            <a:t>How responsive are the well-being instruments to changes in health or well-being over time? </a:t>
          </a:r>
        </a:p>
      </dsp:txBody>
      <dsp:txXfrm>
        <a:off x="643482" y="2788256"/>
        <a:ext cx="7528517" cy="557128"/>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2677B5C-D4AA-4576-AC36-3FBE76B70FFD}">
      <dsp:nvSpPr>
        <dsp:cNvPr id="0" name=""/>
        <dsp:cNvSpPr/>
      </dsp:nvSpPr>
      <dsp:spPr>
        <a:xfrm>
          <a:off x="1495774" y="14838"/>
          <a:ext cx="1818562" cy="1818562"/>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307AD0F-1100-435F-A226-C41597E4E425}">
      <dsp:nvSpPr>
        <dsp:cNvPr id="0" name=""/>
        <dsp:cNvSpPr/>
      </dsp:nvSpPr>
      <dsp:spPr>
        <a:xfrm>
          <a:off x="1883337" y="402400"/>
          <a:ext cx="1043437" cy="104343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0C9EDBA-54CA-4B85-A825-610049E117A5}">
      <dsp:nvSpPr>
        <dsp:cNvPr id="0" name=""/>
        <dsp:cNvSpPr/>
      </dsp:nvSpPr>
      <dsp:spPr>
        <a:xfrm>
          <a:off x="914430" y="2399838"/>
          <a:ext cx="2981250" cy="787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defRPr cap="all"/>
          </a:pPr>
          <a:r>
            <a:rPr lang="en-US" sz="1400" b="1" i="0" kern="1200" cap="none" baseline="0" dirty="0"/>
            <a:t>Part 1</a:t>
          </a:r>
          <a:r>
            <a:rPr lang="en-US" sz="1400" b="0" i="0" kern="1200" cap="none" baseline="0" dirty="0"/>
            <a:t> involves an </a:t>
          </a:r>
          <a:r>
            <a:rPr lang="en-US" sz="1400" b="1" i="0" kern="1200" cap="none" baseline="0" dirty="0"/>
            <a:t>online survey </a:t>
          </a:r>
          <a:r>
            <a:rPr lang="en-US" sz="1400" b="0" i="0" kern="1200" cap="none" baseline="0" dirty="0"/>
            <a:t>with participants from the general population and with specific disease conditions </a:t>
          </a:r>
          <a:endParaRPr lang="en-US" sz="1400" kern="1200" cap="none" dirty="0"/>
        </a:p>
      </dsp:txBody>
      <dsp:txXfrm>
        <a:off x="914430" y="2399838"/>
        <a:ext cx="2981250" cy="787500"/>
      </dsp:txXfrm>
    </dsp:sp>
    <dsp:sp modelId="{76135892-EA30-4D78-A1BD-C6FD931815A2}">
      <dsp:nvSpPr>
        <dsp:cNvPr id="0" name=""/>
        <dsp:cNvSpPr/>
      </dsp:nvSpPr>
      <dsp:spPr>
        <a:xfrm>
          <a:off x="5095276" y="14838"/>
          <a:ext cx="1818562" cy="1818562"/>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932AEC5-ACA0-4334-B77C-D3AABB8F1DD9}">
      <dsp:nvSpPr>
        <dsp:cNvPr id="0" name=""/>
        <dsp:cNvSpPr/>
      </dsp:nvSpPr>
      <dsp:spPr>
        <a:xfrm>
          <a:off x="5482838" y="402400"/>
          <a:ext cx="1043437" cy="104343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138D4D57-8452-4763-B14C-D4B0FC42F410}">
      <dsp:nvSpPr>
        <dsp:cNvPr id="0" name=""/>
        <dsp:cNvSpPr/>
      </dsp:nvSpPr>
      <dsp:spPr>
        <a:xfrm>
          <a:off x="4417399" y="2399838"/>
          <a:ext cx="3174315" cy="7875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defRPr cap="all"/>
          </a:pPr>
          <a:r>
            <a:rPr lang="en-US" sz="1400" b="1" i="0" kern="1200" cap="none" baseline="0" dirty="0"/>
            <a:t>Part 2</a:t>
          </a:r>
          <a:r>
            <a:rPr lang="en-US" sz="1400" b="0" i="0" kern="1200" cap="none" baseline="0" dirty="0"/>
            <a:t> focuses on </a:t>
          </a:r>
          <a:r>
            <a:rPr lang="en-US" sz="1400" b="1" i="0" kern="1200" cap="none" baseline="0" dirty="0"/>
            <a:t>three case studies </a:t>
          </a:r>
          <a:r>
            <a:rPr lang="en-US" sz="1400" b="0" i="0" kern="1200" cap="none" baseline="0" dirty="0"/>
            <a:t>in non-curative care aimed at improving WB in people with dementia or in the elderly</a:t>
          </a:r>
          <a:endParaRPr lang="en-US" sz="1400" kern="1200" cap="none" dirty="0"/>
        </a:p>
      </dsp:txBody>
      <dsp:txXfrm>
        <a:off x="4417399" y="2399838"/>
        <a:ext cx="3174315" cy="7875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537B87-0934-4662-AE18-1CD7F6461693}">
      <dsp:nvSpPr>
        <dsp:cNvPr id="0" name=""/>
        <dsp:cNvSpPr/>
      </dsp:nvSpPr>
      <dsp:spPr>
        <a:xfrm>
          <a:off x="3099" y="363810"/>
          <a:ext cx="1585456" cy="3069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6896" tIns="20320" rIns="56896" bIns="20320" numCol="1" spcCol="1270" anchor="ctr" anchorCtr="0">
          <a:noAutofit/>
        </a:bodyPr>
        <a:lstStyle/>
        <a:p>
          <a:pPr marL="0" lvl="0" indent="0" algn="r" defTabSz="355600">
            <a:lnSpc>
              <a:spcPct val="90000"/>
            </a:lnSpc>
            <a:spcBef>
              <a:spcPct val="0"/>
            </a:spcBef>
            <a:spcAft>
              <a:spcPct val="35000"/>
            </a:spcAft>
            <a:buNone/>
          </a:pPr>
          <a:r>
            <a:rPr lang="en-US" sz="800" kern="1200" dirty="0"/>
            <a:t>Module A</a:t>
          </a:r>
        </a:p>
        <a:p>
          <a:pPr marL="0" lvl="0" indent="0" algn="r" defTabSz="355600">
            <a:lnSpc>
              <a:spcPct val="90000"/>
            </a:lnSpc>
            <a:spcBef>
              <a:spcPct val="0"/>
            </a:spcBef>
            <a:spcAft>
              <a:spcPct val="35000"/>
            </a:spcAft>
            <a:buNone/>
          </a:pPr>
          <a:r>
            <a:rPr lang="en-US" sz="800" kern="1200" dirty="0"/>
            <a:t>Well-being measures</a:t>
          </a:r>
        </a:p>
      </dsp:txBody>
      <dsp:txXfrm>
        <a:off x="3099" y="363810"/>
        <a:ext cx="1585456" cy="306900"/>
      </dsp:txXfrm>
    </dsp:sp>
    <dsp:sp modelId="{B760D8FD-0D30-41DE-9D03-028F09A445A0}">
      <dsp:nvSpPr>
        <dsp:cNvPr id="0" name=""/>
        <dsp:cNvSpPr/>
      </dsp:nvSpPr>
      <dsp:spPr>
        <a:xfrm>
          <a:off x="1588556" y="47320"/>
          <a:ext cx="317091" cy="939881"/>
        </a:xfrm>
        <a:prstGeom prst="leftBrace">
          <a:avLst>
            <a:gd name="adj1" fmla="val 35000"/>
            <a:gd name="adj2" fmla="val 5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4070B8A-6EE0-475C-90E3-DDFBA80364E4}">
      <dsp:nvSpPr>
        <dsp:cNvPr id="0" name=""/>
        <dsp:cNvSpPr/>
      </dsp:nvSpPr>
      <dsp:spPr>
        <a:xfrm>
          <a:off x="2032484" y="47320"/>
          <a:ext cx="4312442" cy="939881"/>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57150" lvl="1" indent="-57150" algn="l" defTabSz="355600">
            <a:lnSpc>
              <a:spcPct val="90000"/>
            </a:lnSpc>
            <a:spcBef>
              <a:spcPct val="0"/>
            </a:spcBef>
            <a:spcAft>
              <a:spcPct val="15000"/>
            </a:spcAft>
            <a:buChar char="•"/>
          </a:pPr>
          <a:r>
            <a:rPr lang="en-US" sz="800" kern="1200" dirty="0"/>
            <a:t> EQ-HWB</a:t>
          </a:r>
        </a:p>
        <a:p>
          <a:pPr marL="57150" lvl="1" indent="-57150" algn="l" defTabSz="355600">
            <a:lnSpc>
              <a:spcPct val="90000"/>
            </a:lnSpc>
            <a:spcBef>
              <a:spcPct val="0"/>
            </a:spcBef>
            <a:spcAft>
              <a:spcPct val="15000"/>
            </a:spcAft>
            <a:buChar char="•"/>
          </a:pPr>
          <a:r>
            <a:rPr lang="en-US" sz="800" kern="1200" dirty="0"/>
            <a:t> WiX</a:t>
          </a:r>
        </a:p>
        <a:p>
          <a:pPr marL="57150" lvl="1" indent="-57150" algn="l" defTabSz="355600">
            <a:lnSpc>
              <a:spcPct val="90000"/>
            </a:lnSpc>
            <a:spcBef>
              <a:spcPct val="0"/>
            </a:spcBef>
            <a:spcAft>
              <a:spcPct val="15000"/>
            </a:spcAft>
            <a:buChar char="•"/>
          </a:pPr>
          <a:r>
            <a:rPr lang="en-US" sz="800" kern="1200" dirty="0"/>
            <a:t> WOOP</a:t>
          </a:r>
        </a:p>
        <a:p>
          <a:pPr marL="57150" lvl="1" indent="-57150" algn="l" defTabSz="355600">
            <a:lnSpc>
              <a:spcPct val="90000"/>
            </a:lnSpc>
            <a:spcBef>
              <a:spcPct val="0"/>
            </a:spcBef>
            <a:spcAft>
              <a:spcPct val="15000"/>
            </a:spcAft>
            <a:buChar char="•"/>
          </a:pPr>
          <a:r>
            <a:rPr lang="en-US" sz="800" kern="1200" dirty="0"/>
            <a:t> ICECAP (A for adults, O for older respondents)</a:t>
          </a:r>
        </a:p>
        <a:p>
          <a:pPr marL="57150" lvl="1" indent="-57150" algn="l" defTabSz="355600">
            <a:lnSpc>
              <a:spcPct val="90000"/>
            </a:lnSpc>
            <a:spcBef>
              <a:spcPct val="0"/>
            </a:spcBef>
            <a:spcAft>
              <a:spcPct val="15000"/>
            </a:spcAft>
            <a:buChar char="•"/>
          </a:pPr>
          <a:r>
            <a:rPr lang="en-US" sz="800" kern="1200" dirty="0"/>
            <a:t> SWB-5D</a:t>
          </a:r>
        </a:p>
        <a:p>
          <a:pPr marL="57150" lvl="1" indent="-57150" algn="l" defTabSz="355600">
            <a:lnSpc>
              <a:spcPct val="90000"/>
            </a:lnSpc>
            <a:spcBef>
              <a:spcPct val="0"/>
            </a:spcBef>
            <a:spcAft>
              <a:spcPct val="15000"/>
            </a:spcAft>
            <a:buChar char="•"/>
          </a:pPr>
          <a:r>
            <a:rPr lang="en-US" sz="800" kern="1200" dirty="0"/>
            <a:t> ASCOT</a:t>
          </a:r>
        </a:p>
        <a:p>
          <a:pPr marL="57150" lvl="1" indent="-57150" algn="l" defTabSz="355600">
            <a:lnSpc>
              <a:spcPct val="90000"/>
            </a:lnSpc>
            <a:spcBef>
              <a:spcPct val="0"/>
            </a:spcBef>
            <a:spcAft>
              <a:spcPct val="15000"/>
            </a:spcAft>
            <a:buChar char="•"/>
          </a:pPr>
          <a:r>
            <a:rPr lang="en-US" sz="800" kern="1200" dirty="0"/>
            <a:t> QOL-ACC</a:t>
          </a:r>
        </a:p>
      </dsp:txBody>
      <dsp:txXfrm>
        <a:off x="2032484" y="47320"/>
        <a:ext cx="4312442" cy="939881"/>
      </dsp:txXfrm>
    </dsp:sp>
    <dsp:sp modelId="{13924657-923B-45B5-A196-79AE026A1B97}">
      <dsp:nvSpPr>
        <dsp:cNvPr id="0" name=""/>
        <dsp:cNvSpPr/>
      </dsp:nvSpPr>
      <dsp:spPr>
        <a:xfrm>
          <a:off x="3099" y="1016001"/>
          <a:ext cx="1585456" cy="3069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6896" tIns="20320" rIns="56896" bIns="20320" numCol="1" spcCol="1270" anchor="ctr" anchorCtr="0">
          <a:noAutofit/>
        </a:bodyPr>
        <a:lstStyle/>
        <a:p>
          <a:pPr marL="0" lvl="0" indent="0" algn="r" defTabSz="355600">
            <a:lnSpc>
              <a:spcPct val="90000"/>
            </a:lnSpc>
            <a:spcBef>
              <a:spcPct val="0"/>
            </a:spcBef>
            <a:spcAft>
              <a:spcPct val="35000"/>
            </a:spcAft>
            <a:buNone/>
          </a:pPr>
          <a:r>
            <a:rPr lang="en-US" sz="800" kern="1200" dirty="0"/>
            <a:t>Module B</a:t>
          </a:r>
        </a:p>
        <a:p>
          <a:pPr marL="0" lvl="0" indent="0" algn="r" defTabSz="355600">
            <a:lnSpc>
              <a:spcPct val="90000"/>
            </a:lnSpc>
            <a:spcBef>
              <a:spcPct val="0"/>
            </a:spcBef>
            <a:spcAft>
              <a:spcPct val="35000"/>
            </a:spcAft>
            <a:buNone/>
          </a:pPr>
          <a:r>
            <a:rPr lang="en-US" sz="800" kern="1200" dirty="0"/>
            <a:t>Clinical measures</a:t>
          </a:r>
        </a:p>
      </dsp:txBody>
      <dsp:txXfrm>
        <a:off x="3099" y="1016001"/>
        <a:ext cx="1585456" cy="306900"/>
      </dsp:txXfrm>
    </dsp:sp>
    <dsp:sp modelId="{C53F47BE-FC39-49CA-A207-2733081C70E4}">
      <dsp:nvSpPr>
        <dsp:cNvPr id="0" name=""/>
        <dsp:cNvSpPr/>
      </dsp:nvSpPr>
      <dsp:spPr>
        <a:xfrm>
          <a:off x="1588556" y="1016001"/>
          <a:ext cx="317091" cy="306900"/>
        </a:xfrm>
        <a:prstGeom prst="leftBrace">
          <a:avLst>
            <a:gd name="adj1" fmla="val 35000"/>
            <a:gd name="adj2" fmla="val 5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3E4095A-E0E1-479E-A88C-6C6D51031650}">
      <dsp:nvSpPr>
        <dsp:cNvPr id="0" name=""/>
        <dsp:cNvSpPr/>
      </dsp:nvSpPr>
      <dsp:spPr>
        <a:xfrm>
          <a:off x="2032484" y="1016001"/>
          <a:ext cx="4312442" cy="306900"/>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57150" lvl="1" indent="-57150" algn="l" defTabSz="355600">
            <a:lnSpc>
              <a:spcPct val="90000"/>
            </a:lnSpc>
            <a:spcBef>
              <a:spcPct val="0"/>
            </a:spcBef>
            <a:spcAft>
              <a:spcPct val="15000"/>
            </a:spcAft>
            <a:buChar char="•"/>
          </a:pPr>
          <a:r>
            <a:rPr lang="en-US" sz="800" kern="1200" dirty="0"/>
            <a:t> Disease-specific questionnaires</a:t>
          </a:r>
        </a:p>
      </dsp:txBody>
      <dsp:txXfrm>
        <a:off x="2032484" y="1016001"/>
        <a:ext cx="4312442" cy="306900"/>
      </dsp:txXfrm>
    </dsp:sp>
    <dsp:sp modelId="{3316CFB0-B60E-4B13-B10C-6D0ED37FB0F2}">
      <dsp:nvSpPr>
        <dsp:cNvPr id="0" name=""/>
        <dsp:cNvSpPr/>
      </dsp:nvSpPr>
      <dsp:spPr>
        <a:xfrm>
          <a:off x="3099" y="1414040"/>
          <a:ext cx="1585456" cy="3069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6896" tIns="20320" rIns="56896" bIns="20320" numCol="1" spcCol="1270" anchor="ctr" anchorCtr="0">
          <a:noAutofit/>
        </a:bodyPr>
        <a:lstStyle/>
        <a:p>
          <a:pPr marL="0" lvl="0" indent="0" algn="r" defTabSz="355600">
            <a:lnSpc>
              <a:spcPct val="90000"/>
            </a:lnSpc>
            <a:spcBef>
              <a:spcPct val="0"/>
            </a:spcBef>
            <a:spcAft>
              <a:spcPct val="35000"/>
            </a:spcAft>
            <a:buNone/>
          </a:pPr>
          <a:r>
            <a:rPr lang="en-US" sz="800" kern="1200" dirty="0"/>
            <a:t>Module C</a:t>
          </a:r>
        </a:p>
        <a:p>
          <a:pPr marL="0" lvl="0" indent="0" algn="r" defTabSz="355600">
            <a:lnSpc>
              <a:spcPct val="90000"/>
            </a:lnSpc>
            <a:spcBef>
              <a:spcPct val="0"/>
            </a:spcBef>
            <a:spcAft>
              <a:spcPct val="35000"/>
            </a:spcAft>
            <a:buNone/>
          </a:pPr>
          <a:r>
            <a:rPr lang="en-US" sz="800" kern="1200" dirty="0"/>
            <a:t>Generic well-being</a:t>
          </a:r>
        </a:p>
      </dsp:txBody>
      <dsp:txXfrm>
        <a:off x="3099" y="1414040"/>
        <a:ext cx="1585456" cy="306900"/>
      </dsp:txXfrm>
    </dsp:sp>
    <dsp:sp modelId="{0141BAF7-58E4-4355-A968-1864A4F7D4F9}">
      <dsp:nvSpPr>
        <dsp:cNvPr id="0" name=""/>
        <dsp:cNvSpPr/>
      </dsp:nvSpPr>
      <dsp:spPr>
        <a:xfrm>
          <a:off x="1588556" y="1351701"/>
          <a:ext cx="317091" cy="431578"/>
        </a:xfrm>
        <a:prstGeom prst="leftBrace">
          <a:avLst>
            <a:gd name="adj1" fmla="val 35000"/>
            <a:gd name="adj2" fmla="val 5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3F82EDF-3883-444E-B03B-5006F1584D24}">
      <dsp:nvSpPr>
        <dsp:cNvPr id="0" name=""/>
        <dsp:cNvSpPr/>
      </dsp:nvSpPr>
      <dsp:spPr>
        <a:xfrm>
          <a:off x="2032484" y="1351701"/>
          <a:ext cx="4312442" cy="431578"/>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57150" lvl="1" indent="-57150" algn="l" defTabSz="355600">
            <a:lnSpc>
              <a:spcPct val="90000"/>
            </a:lnSpc>
            <a:spcBef>
              <a:spcPct val="0"/>
            </a:spcBef>
            <a:spcAft>
              <a:spcPct val="15000"/>
            </a:spcAft>
            <a:buChar char="•"/>
          </a:pPr>
          <a:r>
            <a:rPr lang="en-US" sz="800" kern="1200" dirty="0"/>
            <a:t> Hedonic</a:t>
          </a:r>
        </a:p>
        <a:p>
          <a:pPr marL="57150" lvl="1" indent="-57150" algn="l" defTabSz="355600">
            <a:lnSpc>
              <a:spcPct val="90000"/>
            </a:lnSpc>
            <a:spcBef>
              <a:spcPct val="0"/>
            </a:spcBef>
            <a:spcAft>
              <a:spcPct val="15000"/>
            </a:spcAft>
            <a:buChar char="•"/>
          </a:pPr>
          <a:r>
            <a:rPr lang="en-US" sz="800" kern="1200" dirty="0"/>
            <a:t> Eudaimonic</a:t>
          </a:r>
        </a:p>
        <a:p>
          <a:pPr marL="57150" lvl="1" indent="-57150" algn="l" defTabSz="355600">
            <a:lnSpc>
              <a:spcPct val="90000"/>
            </a:lnSpc>
            <a:spcBef>
              <a:spcPct val="0"/>
            </a:spcBef>
            <a:spcAft>
              <a:spcPct val="15000"/>
            </a:spcAft>
            <a:buChar char="•"/>
          </a:pPr>
          <a:r>
            <a:rPr lang="en-US" sz="800" kern="1200" dirty="0"/>
            <a:t> Affective</a:t>
          </a:r>
        </a:p>
      </dsp:txBody>
      <dsp:txXfrm>
        <a:off x="2032484" y="1351701"/>
        <a:ext cx="4312442" cy="431578"/>
      </dsp:txXfrm>
    </dsp:sp>
    <dsp:sp modelId="{C5DF5B5A-1E20-41F0-836E-6705AFBB2012}">
      <dsp:nvSpPr>
        <dsp:cNvPr id="0" name=""/>
        <dsp:cNvSpPr/>
      </dsp:nvSpPr>
      <dsp:spPr>
        <a:xfrm>
          <a:off x="3099" y="1812079"/>
          <a:ext cx="1585456" cy="3069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6896" tIns="20320" rIns="56896" bIns="20320" numCol="1" spcCol="1270" anchor="ctr" anchorCtr="0">
          <a:noAutofit/>
        </a:bodyPr>
        <a:lstStyle/>
        <a:p>
          <a:pPr marL="0" lvl="0" indent="0" algn="r" defTabSz="355600">
            <a:lnSpc>
              <a:spcPct val="90000"/>
            </a:lnSpc>
            <a:spcBef>
              <a:spcPct val="0"/>
            </a:spcBef>
            <a:spcAft>
              <a:spcPct val="35000"/>
            </a:spcAft>
            <a:buNone/>
          </a:pPr>
          <a:r>
            <a:rPr lang="en-US" sz="800" kern="1200" dirty="0"/>
            <a:t>Module D</a:t>
          </a:r>
        </a:p>
        <a:p>
          <a:pPr marL="0" lvl="0" indent="0" algn="r" defTabSz="355600">
            <a:lnSpc>
              <a:spcPct val="90000"/>
            </a:lnSpc>
            <a:spcBef>
              <a:spcPct val="0"/>
            </a:spcBef>
            <a:spcAft>
              <a:spcPct val="35000"/>
            </a:spcAft>
            <a:buNone/>
          </a:pPr>
          <a:r>
            <a:rPr lang="en-US" sz="800" kern="1200" dirty="0"/>
            <a:t>General Health</a:t>
          </a:r>
        </a:p>
      </dsp:txBody>
      <dsp:txXfrm>
        <a:off x="3099" y="1812079"/>
        <a:ext cx="1585456" cy="306900"/>
      </dsp:txXfrm>
    </dsp:sp>
    <dsp:sp modelId="{38FA81DD-6AC4-4DA7-91FB-7E8BC0CE9B4A}">
      <dsp:nvSpPr>
        <dsp:cNvPr id="0" name=""/>
        <dsp:cNvSpPr/>
      </dsp:nvSpPr>
      <dsp:spPr>
        <a:xfrm>
          <a:off x="1588556" y="1812079"/>
          <a:ext cx="317091" cy="306900"/>
        </a:xfrm>
        <a:prstGeom prst="leftBrace">
          <a:avLst>
            <a:gd name="adj1" fmla="val 35000"/>
            <a:gd name="adj2" fmla="val 5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50D6F78-E2A9-4816-A34A-9CFC3FF17C05}">
      <dsp:nvSpPr>
        <dsp:cNvPr id="0" name=""/>
        <dsp:cNvSpPr/>
      </dsp:nvSpPr>
      <dsp:spPr>
        <a:xfrm>
          <a:off x="2032484" y="1812079"/>
          <a:ext cx="4312442" cy="306900"/>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57150" lvl="1" indent="-57150" algn="l" defTabSz="355600">
            <a:lnSpc>
              <a:spcPct val="90000"/>
            </a:lnSpc>
            <a:spcBef>
              <a:spcPct val="0"/>
            </a:spcBef>
            <a:spcAft>
              <a:spcPct val="15000"/>
            </a:spcAft>
            <a:buChar char="•"/>
          </a:pPr>
          <a:r>
            <a:rPr lang="en-US" sz="800" kern="1200" dirty="0"/>
            <a:t> EQ-5D</a:t>
          </a:r>
        </a:p>
        <a:p>
          <a:pPr marL="57150" lvl="1" indent="-57150" algn="l" defTabSz="355600">
            <a:lnSpc>
              <a:spcPct val="90000"/>
            </a:lnSpc>
            <a:spcBef>
              <a:spcPct val="0"/>
            </a:spcBef>
            <a:spcAft>
              <a:spcPct val="15000"/>
            </a:spcAft>
            <a:buChar char="•"/>
          </a:pPr>
          <a:r>
            <a:rPr lang="en-US" sz="800" kern="1200" dirty="0"/>
            <a:t> Self-rated health</a:t>
          </a:r>
        </a:p>
      </dsp:txBody>
      <dsp:txXfrm>
        <a:off x="2032484" y="1812079"/>
        <a:ext cx="4312442" cy="306900"/>
      </dsp:txXfrm>
    </dsp:sp>
    <dsp:sp modelId="{AD39A0BA-1C2B-460C-9CB0-842B1D63A25D}">
      <dsp:nvSpPr>
        <dsp:cNvPr id="0" name=""/>
        <dsp:cNvSpPr/>
      </dsp:nvSpPr>
      <dsp:spPr>
        <a:xfrm>
          <a:off x="3099" y="2147779"/>
          <a:ext cx="1585456" cy="26235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56896" tIns="20320" rIns="56896" bIns="20320" numCol="1" spcCol="1270" anchor="ctr" anchorCtr="0">
          <a:noAutofit/>
        </a:bodyPr>
        <a:lstStyle/>
        <a:p>
          <a:pPr marL="0" lvl="0" indent="0" algn="r" defTabSz="355600">
            <a:lnSpc>
              <a:spcPct val="90000"/>
            </a:lnSpc>
            <a:spcBef>
              <a:spcPct val="0"/>
            </a:spcBef>
            <a:spcAft>
              <a:spcPct val="35000"/>
            </a:spcAft>
            <a:buNone/>
          </a:pPr>
          <a:r>
            <a:rPr lang="en-US" sz="800" kern="1200" dirty="0"/>
            <a:t>Module E</a:t>
          </a:r>
          <a:br>
            <a:rPr lang="en-US" sz="800" kern="1200" dirty="0"/>
          </a:br>
          <a:r>
            <a:rPr lang="en-US" sz="800" kern="1200" dirty="0"/>
            <a:t>Demographics</a:t>
          </a:r>
        </a:p>
      </dsp:txBody>
      <dsp:txXfrm>
        <a:off x="3099" y="2147779"/>
        <a:ext cx="1585456" cy="262350"/>
      </dsp:txXfrm>
    </dsp:sp>
    <dsp:sp modelId="{2BD72470-AFA0-4B81-A7C7-09E08C3EB1B1}">
      <dsp:nvSpPr>
        <dsp:cNvPr id="0" name=""/>
        <dsp:cNvSpPr/>
      </dsp:nvSpPr>
      <dsp:spPr>
        <a:xfrm>
          <a:off x="1588556" y="2147779"/>
          <a:ext cx="317091" cy="262350"/>
        </a:xfrm>
        <a:prstGeom prst="leftBrace">
          <a:avLst>
            <a:gd name="adj1" fmla="val 35000"/>
            <a:gd name="adj2" fmla="val 5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B420EF1-A6D3-4C0B-84B7-356EA97ABFC7}">
      <dsp:nvSpPr>
        <dsp:cNvPr id="0" name=""/>
        <dsp:cNvSpPr/>
      </dsp:nvSpPr>
      <dsp:spPr>
        <a:xfrm>
          <a:off x="2032484" y="2147779"/>
          <a:ext cx="4312442" cy="262350"/>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57150" lvl="1" indent="-57150" algn="l" defTabSz="355600">
            <a:lnSpc>
              <a:spcPct val="90000"/>
            </a:lnSpc>
            <a:spcBef>
              <a:spcPct val="0"/>
            </a:spcBef>
            <a:spcAft>
              <a:spcPct val="15000"/>
            </a:spcAft>
            <a:buChar char="•"/>
          </a:pPr>
          <a:r>
            <a:rPr lang="en-US" sz="800" kern="1200" dirty="0"/>
            <a:t> E.g., age, gender, education, relationship, employment, income, carers, living situation</a:t>
          </a:r>
        </a:p>
      </dsp:txBody>
      <dsp:txXfrm>
        <a:off x="2032484" y="2147779"/>
        <a:ext cx="4312442" cy="26235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537B87-0934-4662-AE18-1CD7F6461693}">
      <dsp:nvSpPr>
        <dsp:cNvPr id="0" name=""/>
        <dsp:cNvSpPr/>
      </dsp:nvSpPr>
      <dsp:spPr>
        <a:xfrm>
          <a:off x="3099" y="166433"/>
          <a:ext cx="1585456" cy="2301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2672" tIns="15240" rIns="42672" bIns="15240" numCol="1" spcCol="1270" anchor="ctr" anchorCtr="0">
          <a:noAutofit/>
        </a:bodyPr>
        <a:lstStyle/>
        <a:p>
          <a:pPr marL="0" lvl="0" indent="0" algn="r" defTabSz="266700">
            <a:lnSpc>
              <a:spcPct val="90000"/>
            </a:lnSpc>
            <a:spcBef>
              <a:spcPct val="0"/>
            </a:spcBef>
            <a:spcAft>
              <a:spcPct val="35000"/>
            </a:spcAft>
            <a:buNone/>
          </a:pPr>
          <a:r>
            <a:rPr lang="en-US" sz="600" kern="1200" dirty="0"/>
            <a:t>Module A</a:t>
          </a:r>
        </a:p>
        <a:p>
          <a:pPr marL="0" lvl="0" indent="0" algn="r" defTabSz="266700">
            <a:lnSpc>
              <a:spcPct val="90000"/>
            </a:lnSpc>
            <a:spcBef>
              <a:spcPct val="0"/>
            </a:spcBef>
            <a:spcAft>
              <a:spcPct val="35000"/>
            </a:spcAft>
            <a:buNone/>
          </a:pPr>
          <a:r>
            <a:rPr lang="en-US" sz="600" kern="1200"/>
            <a:t>Demographics (Part 1)</a:t>
          </a:r>
          <a:endParaRPr lang="en-US" sz="600" kern="1200" dirty="0"/>
        </a:p>
      </dsp:txBody>
      <dsp:txXfrm>
        <a:off x="3099" y="166433"/>
        <a:ext cx="1585456" cy="230175"/>
      </dsp:txXfrm>
    </dsp:sp>
    <dsp:sp modelId="{B760D8FD-0D30-41DE-9D03-028F09A445A0}">
      <dsp:nvSpPr>
        <dsp:cNvPr id="0" name=""/>
        <dsp:cNvSpPr/>
      </dsp:nvSpPr>
      <dsp:spPr>
        <a:xfrm>
          <a:off x="1588556" y="166433"/>
          <a:ext cx="317091" cy="230175"/>
        </a:xfrm>
        <a:prstGeom prst="leftBrace">
          <a:avLst>
            <a:gd name="adj1" fmla="val 35000"/>
            <a:gd name="adj2" fmla="val 5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C1614CAD-675B-4A76-8FC3-DB935CAC55A0}">
      <dsp:nvSpPr>
        <dsp:cNvPr id="0" name=""/>
        <dsp:cNvSpPr/>
      </dsp:nvSpPr>
      <dsp:spPr>
        <a:xfrm>
          <a:off x="2032484" y="166433"/>
          <a:ext cx="4312442" cy="230175"/>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57150" lvl="1" indent="-57150" algn="l" defTabSz="266700">
            <a:lnSpc>
              <a:spcPct val="90000"/>
            </a:lnSpc>
            <a:spcBef>
              <a:spcPct val="0"/>
            </a:spcBef>
            <a:spcAft>
              <a:spcPct val="15000"/>
            </a:spcAft>
            <a:buChar char="•"/>
          </a:pPr>
          <a:r>
            <a:rPr lang="en-US" sz="600" kern="1200" dirty="0"/>
            <a:t>Age, gender, social care status</a:t>
          </a:r>
        </a:p>
      </dsp:txBody>
      <dsp:txXfrm>
        <a:off x="2032484" y="166433"/>
        <a:ext cx="4312442" cy="230175"/>
      </dsp:txXfrm>
    </dsp:sp>
    <dsp:sp modelId="{D8256CBF-DDFE-4385-BADB-D79758B7EA61}">
      <dsp:nvSpPr>
        <dsp:cNvPr id="0" name=""/>
        <dsp:cNvSpPr/>
      </dsp:nvSpPr>
      <dsp:spPr>
        <a:xfrm>
          <a:off x="3099" y="705926"/>
          <a:ext cx="1585456" cy="2301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2672" tIns="15240" rIns="42672" bIns="15240" numCol="1" spcCol="1270" anchor="ctr" anchorCtr="0">
          <a:noAutofit/>
        </a:bodyPr>
        <a:lstStyle/>
        <a:p>
          <a:pPr marL="0" lvl="0" indent="0" algn="r" defTabSz="266700">
            <a:lnSpc>
              <a:spcPct val="90000"/>
            </a:lnSpc>
            <a:spcBef>
              <a:spcPct val="0"/>
            </a:spcBef>
            <a:spcAft>
              <a:spcPct val="35000"/>
            </a:spcAft>
            <a:buNone/>
          </a:pPr>
          <a:r>
            <a:rPr lang="en-US" sz="600" kern="1200" dirty="0"/>
            <a:t>Module B</a:t>
          </a:r>
        </a:p>
        <a:p>
          <a:pPr marL="0" lvl="0" indent="0" algn="r" defTabSz="266700">
            <a:lnSpc>
              <a:spcPct val="90000"/>
            </a:lnSpc>
            <a:spcBef>
              <a:spcPct val="0"/>
            </a:spcBef>
            <a:spcAft>
              <a:spcPct val="35000"/>
            </a:spcAft>
            <a:buNone/>
          </a:pPr>
          <a:r>
            <a:rPr lang="en-US" sz="600" kern="1200" dirty="0"/>
            <a:t>Well-being measures</a:t>
          </a:r>
        </a:p>
      </dsp:txBody>
      <dsp:txXfrm>
        <a:off x="3099" y="705926"/>
        <a:ext cx="1585456" cy="230175"/>
      </dsp:txXfrm>
    </dsp:sp>
    <dsp:sp modelId="{6FCEBB15-9BD4-4F30-9B10-46C0EBE07FE7}">
      <dsp:nvSpPr>
        <dsp:cNvPr id="0" name=""/>
        <dsp:cNvSpPr/>
      </dsp:nvSpPr>
      <dsp:spPr>
        <a:xfrm>
          <a:off x="1588556" y="418208"/>
          <a:ext cx="317091" cy="805612"/>
        </a:xfrm>
        <a:prstGeom prst="leftBrace">
          <a:avLst>
            <a:gd name="adj1" fmla="val 35000"/>
            <a:gd name="adj2" fmla="val 5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F8295B21-8448-4997-B4BB-9DC79856FB2A}">
      <dsp:nvSpPr>
        <dsp:cNvPr id="0" name=""/>
        <dsp:cNvSpPr/>
      </dsp:nvSpPr>
      <dsp:spPr>
        <a:xfrm>
          <a:off x="2032484" y="418208"/>
          <a:ext cx="4312442" cy="805612"/>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57150" lvl="1" indent="-57150" algn="l" defTabSz="266700">
            <a:lnSpc>
              <a:spcPct val="90000"/>
            </a:lnSpc>
            <a:spcBef>
              <a:spcPct val="0"/>
            </a:spcBef>
            <a:spcAft>
              <a:spcPct val="15000"/>
            </a:spcAft>
            <a:buChar char="•"/>
          </a:pPr>
          <a:r>
            <a:rPr lang="en-US" sz="600" kern="1200" dirty="0"/>
            <a:t> ASCOT-STC4</a:t>
          </a:r>
        </a:p>
        <a:p>
          <a:pPr marL="57150" lvl="1" indent="-57150" algn="l" defTabSz="266700">
            <a:lnSpc>
              <a:spcPct val="90000"/>
            </a:lnSpc>
            <a:spcBef>
              <a:spcPct val="0"/>
            </a:spcBef>
            <a:spcAft>
              <a:spcPct val="15000"/>
            </a:spcAft>
            <a:buChar char="•"/>
          </a:pPr>
          <a:r>
            <a:rPr lang="en-US" sz="600" kern="1200" dirty="0"/>
            <a:t> EQ-HWB</a:t>
          </a:r>
        </a:p>
        <a:p>
          <a:pPr marL="57150" lvl="1" indent="-57150" algn="l" defTabSz="266700">
            <a:lnSpc>
              <a:spcPct val="90000"/>
            </a:lnSpc>
            <a:spcBef>
              <a:spcPct val="0"/>
            </a:spcBef>
            <a:spcAft>
              <a:spcPct val="15000"/>
            </a:spcAft>
            <a:buChar char="•"/>
          </a:pPr>
          <a:r>
            <a:rPr lang="en-US" sz="600" kern="1200" dirty="0"/>
            <a:t> ICECAP-A</a:t>
          </a:r>
        </a:p>
        <a:p>
          <a:pPr marL="57150" lvl="1" indent="-57150" algn="l" defTabSz="266700">
            <a:lnSpc>
              <a:spcPct val="90000"/>
            </a:lnSpc>
            <a:spcBef>
              <a:spcPct val="0"/>
            </a:spcBef>
            <a:spcAft>
              <a:spcPct val="15000"/>
            </a:spcAft>
            <a:buChar char="•"/>
          </a:pPr>
          <a:r>
            <a:rPr lang="en-US" sz="600" kern="1200" dirty="0"/>
            <a:t> ICECAP-O</a:t>
          </a:r>
        </a:p>
        <a:p>
          <a:pPr marL="57150" lvl="1" indent="-57150" algn="l" defTabSz="266700">
            <a:lnSpc>
              <a:spcPct val="90000"/>
            </a:lnSpc>
            <a:spcBef>
              <a:spcPct val="0"/>
            </a:spcBef>
            <a:spcAft>
              <a:spcPct val="15000"/>
            </a:spcAft>
            <a:buChar char="•"/>
          </a:pPr>
          <a:r>
            <a:rPr lang="en-US" sz="600" kern="1200" dirty="0"/>
            <a:t> QOL-ACC</a:t>
          </a:r>
        </a:p>
        <a:p>
          <a:pPr marL="57150" lvl="1" indent="-57150" algn="l" defTabSz="266700">
            <a:lnSpc>
              <a:spcPct val="90000"/>
            </a:lnSpc>
            <a:spcBef>
              <a:spcPct val="0"/>
            </a:spcBef>
            <a:spcAft>
              <a:spcPct val="15000"/>
            </a:spcAft>
            <a:buChar char="•"/>
          </a:pPr>
          <a:r>
            <a:rPr lang="en-US" sz="600" kern="1200" dirty="0"/>
            <a:t> SWB-5D</a:t>
          </a:r>
        </a:p>
        <a:p>
          <a:pPr marL="57150" lvl="1" indent="-57150" algn="l" defTabSz="266700">
            <a:lnSpc>
              <a:spcPct val="90000"/>
            </a:lnSpc>
            <a:spcBef>
              <a:spcPct val="0"/>
            </a:spcBef>
            <a:spcAft>
              <a:spcPct val="15000"/>
            </a:spcAft>
            <a:buChar char="•"/>
          </a:pPr>
          <a:r>
            <a:rPr lang="en-US" sz="600" kern="1200" dirty="0"/>
            <a:t> WiX</a:t>
          </a:r>
        </a:p>
        <a:p>
          <a:pPr marL="57150" lvl="1" indent="-57150" algn="l" defTabSz="266700">
            <a:lnSpc>
              <a:spcPct val="90000"/>
            </a:lnSpc>
            <a:spcBef>
              <a:spcPct val="0"/>
            </a:spcBef>
            <a:spcAft>
              <a:spcPct val="15000"/>
            </a:spcAft>
            <a:buChar char="•"/>
          </a:pPr>
          <a:r>
            <a:rPr lang="en-US" sz="600" kern="1200" dirty="0"/>
            <a:t> WOOP</a:t>
          </a:r>
        </a:p>
      </dsp:txBody>
      <dsp:txXfrm>
        <a:off x="2032484" y="418208"/>
        <a:ext cx="4312442" cy="805612"/>
      </dsp:txXfrm>
    </dsp:sp>
    <dsp:sp modelId="{13924657-923B-45B5-A196-79AE026A1B97}">
      <dsp:nvSpPr>
        <dsp:cNvPr id="0" name=""/>
        <dsp:cNvSpPr/>
      </dsp:nvSpPr>
      <dsp:spPr>
        <a:xfrm>
          <a:off x="3099" y="1245420"/>
          <a:ext cx="1585456" cy="2301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2672" tIns="15240" rIns="42672" bIns="15240" numCol="1" spcCol="1270" anchor="ctr" anchorCtr="0">
          <a:noAutofit/>
        </a:bodyPr>
        <a:lstStyle/>
        <a:p>
          <a:pPr marL="0" lvl="0" indent="0" algn="r" defTabSz="266700">
            <a:lnSpc>
              <a:spcPct val="90000"/>
            </a:lnSpc>
            <a:spcBef>
              <a:spcPct val="0"/>
            </a:spcBef>
            <a:spcAft>
              <a:spcPct val="35000"/>
            </a:spcAft>
            <a:buNone/>
          </a:pPr>
          <a:r>
            <a:rPr lang="en-US" sz="600" kern="1200" dirty="0"/>
            <a:t>Module C</a:t>
          </a:r>
        </a:p>
        <a:p>
          <a:pPr marL="0" lvl="0" indent="0" algn="r" defTabSz="266700">
            <a:lnSpc>
              <a:spcPct val="90000"/>
            </a:lnSpc>
            <a:spcBef>
              <a:spcPct val="0"/>
            </a:spcBef>
            <a:spcAft>
              <a:spcPct val="35000"/>
            </a:spcAft>
            <a:buNone/>
          </a:pPr>
          <a:r>
            <a:rPr lang="en-US" sz="600" kern="1200" dirty="0"/>
            <a:t>Clinical measures</a:t>
          </a:r>
        </a:p>
      </dsp:txBody>
      <dsp:txXfrm>
        <a:off x="3099" y="1245420"/>
        <a:ext cx="1585456" cy="230175"/>
      </dsp:txXfrm>
    </dsp:sp>
    <dsp:sp modelId="{C53F47BE-FC39-49CA-A207-2733081C70E4}">
      <dsp:nvSpPr>
        <dsp:cNvPr id="0" name=""/>
        <dsp:cNvSpPr/>
      </dsp:nvSpPr>
      <dsp:spPr>
        <a:xfrm>
          <a:off x="1588556" y="1245420"/>
          <a:ext cx="317091" cy="230175"/>
        </a:xfrm>
        <a:prstGeom prst="leftBrace">
          <a:avLst>
            <a:gd name="adj1" fmla="val 35000"/>
            <a:gd name="adj2" fmla="val 5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53E4095A-E0E1-479E-A88C-6C6D51031650}">
      <dsp:nvSpPr>
        <dsp:cNvPr id="0" name=""/>
        <dsp:cNvSpPr/>
      </dsp:nvSpPr>
      <dsp:spPr>
        <a:xfrm>
          <a:off x="2032484" y="1245420"/>
          <a:ext cx="4312442" cy="230175"/>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57150" lvl="1" indent="-57150" algn="l" defTabSz="266700">
            <a:lnSpc>
              <a:spcPct val="90000"/>
            </a:lnSpc>
            <a:spcBef>
              <a:spcPct val="0"/>
            </a:spcBef>
            <a:spcAft>
              <a:spcPct val="15000"/>
            </a:spcAft>
            <a:buChar char="•"/>
          </a:pPr>
          <a:r>
            <a:rPr lang="en-US" sz="600" kern="1200" dirty="0"/>
            <a:t> Disease-specific questionnaires (</a:t>
          </a:r>
          <a:r>
            <a:rPr lang="en-GB" sz="600" kern="1200" dirty="0"/>
            <a:t>PHQ-9, RAPID-3, PROMIS Sleep disturbance 8A, DLQI, MacNew)</a:t>
          </a:r>
          <a:endParaRPr lang="en-US" sz="600" kern="1200" dirty="0"/>
        </a:p>
      </dsp:txBody>
      <dsp:txXfrm>
        <a:off x="2032484" y="1245420"/>
        <a:ext cx="4312442" cy="230175"/>
      </dsp:txXfrm>
    </dsp:sp>
    <dsp:sp modelId="{3316CFB0-B60E-4B13-B10C-6D0ED37FB0F2}">
      <dsp:nvSpPr>
        <dsp:cNvPr id="0" name=""/>
        <dsp:cNvSpPr/>
      </dsp:nvSpPr>
      <dsp:spPr>
        <a:xfrm>
          <a:off x="3099" y="1543950"/>
          <a:ext cx="1585456" cy="2301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2672" tIns="15240" rIns="42672" bIns="15240" numCol="1" spcCol="1270" anchor="ctr" anchorCtr="0">
          <a:noAutofit/>
        </a:bodyPr>
        <a:lstStyle/>
        <a:p>
          <a:pPr marL="0" lvl="0" indent="0" algn="r" defTabSz="266700">
            <a:lnSpc>
              <a:spcPct val="90000"/>
            </a:lnSpc>
            <a:spcBef>
              <a:spcPct val="0"/>
            </a:spcBef>
            <a:spcAft>
              <a:spcPct val="35000"/>
            </a:spcAft>
            <a:buNone/>
          </a:pPr>
          <a:r>
            <a:rPr lang="en-US" sz="600" kern="1200" dirty="0"/>
            <a:t>Module D</a:t>
          </a:r>
        </a:p>
        <a:p>
          <a:pPr marL="0" lvl="0" indent="0" algn="r" defTabSz="266700">
            <a:lnSpc>
              <a:spcPct val="90000"/>
            </a:lnSpc>
            <a:spcBef>
              <a:spcPct val="0"/>
            </a:spcBef>
            <a:spcAft>
              <a:spcPct val="35000"/>
            </a:spcAft>
            <a:buNone/>
          </a:pPr>
          <a:r>
            <a:rPr lang="en-US" sz="600" kern="1200" dirty="0"/>
            <a:t>Generic well-being</a:t>
          </a:r>
        </a:p>
      </dsp:txBody>
      <dsp:txXfrm>
        <a:off x="3099" y="1543950"/>
        <a:ext cx="1585456" cy="230175"/>
      </dsp:txXfrm>
    </dsp:sp>
    <dsp:sp modelId="{0141BAF7-58E4-4355-A968-1864A4F7D4F9}">
      <dsp:nvSpPr>
        <dsp:cNvPr id="0" name=""/>
        <dsp:cNvSpPr/>
      </dsp:nvSpPr>
      <dsp:spPr>
        <a:xfrm>
          <a:off x="1588556" y="1497195"/>
          <a:ext cx="317091" cy="323683"/>
        </a:xfrm>
        <a:prstGeom prst="leftBrace">
          <a:avLst>
            <a:gd name="adj1" fmla="val 35000"/>
            <a:gd name="adj2" fmla="val 5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3F82EDF-3883-444E-B03B-5006F1584D24}">
      <dsp:nvSpPr>
        <dsp:cNvPr id="0" name=""/>
        <dsp:cNvSpPr/>
      </dsp:nvSpPr>
      <dsp:spPr>
        <a:xfrm>
          <a:off x="2032484" y="1497195"/>
          <a:ext cx="4312442" cy="323683"/>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57150" lvl="1" indent="-57150" algn="l" defTabSz="266700">
            <a:lnSpc>
              <a:spcPct val="90000"/>
            </a:lnSpc>
            <a:spcBef>
              <a:spcPct val="0"/>
            </a:spcBef>
            <a:spcAft>
              <a:spcPct val="15000"/>
            </a:spcAft>
            <a:buChar char="•"/>
          </a:pPr>
          <a:r>
            <a:rPr lang="en-US" sz="600" kern="1200" dirty="0"/>
            <a:t> SWLS (hedonic)</a:t>
          </a:r>
        </a:p>
        <a:p>
          <a:pPr marL="57150" lvl="1" indent="-57150" algn="l" defTabSz="266700">
            <a:lnSpc>
              <a:spcPct val="90000"/>
            </a:lnSpc>
            <a:spcBef>
              <a:spcPct val="0"/>
            </a:spcBef>
            <a:spcAft>
              <a:spcPct val="15000"/>
            </a:spcAft>
            <a:buChar char="•"/>
          </a:pPr>
          <a:r>
            <a:rPr lang="en-US" sz="600" kern="1200" dirty="0"/>
            <a:t> OECD questions (eudaimonic)</a:t>
          </a:r>
        </a:p>
        <a:p>
          <a:pPr marL="57150" lvl="1" indent="-57150" algn="l" defTabSz="266700">
            <a:lnSpc>
              <a:spcPct val="90000"/>
            </a:lnSpc>
            <a:spcBef>
              <a:spcPct val="0"/>
            </a:spcBef>
            <a:spcAft>
              <a:spcPct val="15000"/>
            </a:spcAft>
            <a:buChar char="•"/>
          </a:pPr>
          <a:r>
            <a:rPr lang="en-US" sz="600" kern="1200" dirty="0"/>
            <a:t> SPANE (affective)</a:t>
          </a:r>
        </a:p>
      </dsp:txBody>
      <dsp:txXfrm>
        <a:off x="2032484" y="1497195"/>
        <a:ext cx="4312442" cy="323683"/>
      </dsp:txXfrm>
    </dsp:sp>
    <dsp:sp modelId="{C5DF5B5A-1E20-41F0-836E-6705AFBB2012}">
      <dsp:nvSpPr>
        <dsp:cNvPr id="0" name=""/>
        <dsp:cNvSpPr/>
      </dsp:nvSpPr>
      <dsp:spPr>
        <a:xfrm>
          <a:off x="3099" y="1842479"/>
          <a:ext cx="1585456" cy="2301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2672" tIns="15240" rIns="42672" bIns="15240" numCol="1" spcCol="1270" anchor="ctr" anchorCtr="0">
          <a:noAutofit/>
        </a:bodyPr>
        <a:lstStyle/>
        <a:p>
          <a:pPr marL="0" lvl="0" indent="0" algn="r" defTabSz="266700">
            <a:lnSpc>
              <a:spcPct val="90000"/>
            </a:lnSpc>
            <a:spcBef>
              <a:spcPct val="0"/>
            </a:spcBef>
            <a:spcAft>
              <a:spcPct val="35000"/>
            </a:spcAft>
            <a:buNone/>
          </a:pPr>
          <a:r>
            <a:rPr lang="en-US" sz="600" kern="1200" dirty="0"/>
            <a:t>Module D</a:t>
          </a:r>
        </a:p>
        <a:p>
          <a:pPr marL="0" lvl="0" indent="0" algn="r" defTabSz="266700">
            <a:lnSpc>
              <a:spcPct val="90000"/>
            </a:lnSpc>
            <a:spcBef>
              <a:spcPct val="0"/>
            </a:spcBef>
            <a:spcAft>
              <a:spcPct val="35000"/>
            </a:spcAft>
            <a:buNone/>
          </a:pPr>
          <a:r>
            <a:rPr lang="en-US" sz="600" kern="1200" dirty="0"/>
            <a:t>General Health</a:t>
          </a:r>
        </a:p>
      </dsp:txBody>
      <dsp:txXfrm>
        <a:off x="3099" y="1842479"/>
        <a:ext cx="1585456" cy="230175"/>
      </dsp:txXfrm>
    </dsp:sp>
    <dsp:sp modelId="{38FA81DD-6AC4-4DA7-91FB-7E8BC0CE9B4A}">
      <dsp:nvSpPr>
        <dsp:cNvPr id="0" name=""/>
        <dsp:cNvSpPr/>
      </dsp:nvSpPr>
      <dsp:spPr>
        <a:xfrm>
          <a:off x="1588556" y="1842479"/>
          <a:ext cx="317091" cy="230175"/>
        </a:xfrm>
        <a:prstGeom prst="leftBrace">
          <a:avLst>
            <a:gd name="adj1" fmla="val 35000"/>
            <a:gd name="adj2" fmla="val 5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50D6F78-E2A9-4816-A34A-9CFC3FF17C05}">
      <dsp:nvSpPr>
        <dsp:cNvPr id="0" name=""/>
        <dsp:cNvSpPr/>
      </dsp:nvSpPr>
      <dsp:spPr>
        <a:xfrm>
          <a:off x="2032484" y="1842479"/>
          <a:ext cx="4312442" cy="230175"/>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57150" lvl="1" indent="-57150" algn="l" defTabSz="266700">
            <a:lnSpc>
              <a:spcPct val="90000"/>
            </a:lnSpc>
            <a:spcBef>
              <a:spcPct val="0"/>
            </a:spcBef>
            <a:spcAft>
              <a:spcPct val="15000"/>
            </a:spcAft>
            <a:buChar char="•"/>
          </a:pPr>
          <a:r>
            <a:rPr lang="en-US" sz="600" kern="1200" dirty="0"/>
            <a:t> EQ-5D-5L</a:t>
          </a:r>
        </a:p>
        <a:p>
          <a:pPr marL="57150" lvl="1" indent="-57150" algn="l" defTabSz="266700">
            <a:lnSpc>
              <a:spcPct val="90000"/>
            </a:lnSpc>
            <a:spcBef>
              <a:spcPct val="0"/>
            </a:spcBef>
            <a:spcAft>
              <a:spcPct val="15000"/>
            </a:spcAft>
            <a:buChar char="•"/>
          </a:pPr>
          <a:r>
            <a:rPr lang="en-US" sz="600" kern="1200" dirty="0"/>
            <a:t> Self-rated health and health satisfaction</a:t>
          </a:r>
        </a:p>
      </dsp:txBody>
      <dsp:txXfrm>
        <a:off x="2032484" y="1842479"/>
        <a:ext cx="4312442" cy="230175"/>
      </dsp:txXfrm>
    </dsp:sp>
    <dsp:sp modelId="{AD39A0BA-1C2B-460C-9CB0-842B1D63A25D}">
      <dsp:nvSpPr>
        <dsp:cNvPr id="0" name=""/>
        <dsp:cNvSpPr/>
      </dsp:nvSpPr>
      <dsp:spPr>
        <a:xfrm>
          <a:off x="3099" y="2094254"/>
          <a:ext cx="1585456" cy="19676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42672" tIns="15240" rIns="42672" bIns="15240" numCol="1" spcCol="1270" anchor="ctr" anchorCtr="0">
          <a:noAutofit/>
        </a:bodyPr>
        <a:lstStyle/>
        <a:p>
          <a:pPr marL="0" lvl="0" indent="0" algn="r" defTabSz="266700">
            <a:lnSpc>
              <a:spcPct val="90000"/>
            </a:lnSpc>
            <a:spcBef>
              <a:spcPct val="0"/>
            </a:spcBef>
            <a:spcAft>
              <a:spcPct val="35000"/>
            </a:spcAft>
            <a:buNone/>
          </a:pPr>
          <a:r>
            <a:rPr lang="en-US" sz="600" kern="1200" dirty="0"/>
            <a:t>Module E</a:t>
          </a:r>
          <a:br>
            <a:rPr lang="en-US" sz="600" kern="1200" dirty="0"/>
          </a:br>
          <a:r>
            <a:rPr lang="en-US" sz="600" kern="1200" dirty="0"/>
            <a:t>Demographics</a:t>
          </a:r>
        </a:p>
      </dsp:txBody>
      <dsp:txXfrm>
        <a:off x="3099" y="2094254"/>
        <a:ext cx="1585456" cy="196762"/>
      </dsp:txXfrm>
    </dsp:sp>
    <dsp:sp modelId="{2BD72470-AFA0-4B81-A7C7-09E08C3EB1B1}">
      <dsp:nvSpPr>
        <dsp:cNvPr id="0" name=""/>
        <dsp:cNvSpPr/>
      </dsp:nvSpPr>
      <dsp:spPr>
        <a:xfrm>
          <a:off x="1588556" y="2094254"/>
          <a:ext cx="317091" cy="196762"/>
        </a:xfrm>
        <a:prstGeom prst="leftBrace">
          <a:avLst>
            <a:gd name="adj1" fmla="val 35000"/>
            <a:gd name="adj2" fmla="val 50000"/>
          </a:avLst>
        </a:pr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DB420EF1-A6D3-4C0B-84B7-356EA97ABFC7}">
      <dsp:nvSpPr>
        <dsp:cNvPr id="0" name=""/>
        <dsp:cNvSpPr/>
      </dsp:nvSpPr>
      <dsp:spPr>
        <a:xfrm>
          <a:off x="2032484" y="2094254"/>
          <a:ext cx="4312442" cy="196762"/>
        </a:xfrm>
        <a:prstGeom prst="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2860" tIns="22860" rIns="22860" bIns="22860" numCol="1" spcCol="1270" anchor="ctr" anchorCtr="0">
          <a:noAutofit/>
        </a:bodyPr>
        <a:lstStyle/>
        <a:p>
          <a:pPr marL="57150" lvl="1" indent="-57150" algn="l" defTabSz="266700">
            <a:lnSpc>
              <a:spcPct val="90000"/>
            </a:lnSpc>
            <a:spcBef>
              <a:spcPct val="0"/>
            </a:spcBef>
            <a:spcAft>
              <a:spcPct val="15000"/>
            </a:spcAft>
            <a:buChar char="•"/>
          </a:pPr>
          <a:r>
            <a:rPr lang="en-GB" sz="600" kern="1200" dirty="0"/>
            <a:t> Education, relationship, employment, income</a:t>
          </a:r>
          <a:r>
            <a:rPr lang="en-GB" sz="600" kern="1200"/>
            <a:t>, and </a:t>
          </a:r>
          <a:r>
            <a:rPr lang="en-GB" sz="600" kern="1200" dirty="0"/>
            <a:t>living situation</a:t>
          </a:r>
          <a:endParaRPr lang="en-US" sz="600" kern="1200" dirty="0"/>
        </a:p>
      </dsp:txBody>
      <dsp:txXfrm>
        <a:off x="2032484" y="2094254"/>
        <a:ext cx="4312442" cy="196762"/>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FB1E958-D3DF-4C96-95B5-A9ED077BFBED}">
      <dsp:nvSpPr>
        <dsp:cNvPr id="0" name=""/>
        <dsp:cNvSpPr/>
      </dsp:nvSpPr>
      <dsp:spPr>
        <a:xfrm>
          <a:off x="571204" y="256500"/>
          <a:ext cx="1509750" cy="1509750"/>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F829F06-730A-4663-AE00-5B682949F0F4}">
      <dsp:nvSpPr>
        <dsp:cNvPr id="0" name=""/>
        <dsp:cNvSpPr/>
      </dsp:nvSpPr>
      <dsp:spPr>
        <a:xfrm>
          <a:off x="892954" y="578250"/>
          <a:ext cx="866250" cy="866250"/>
        </a:xfrm>
        <a:prstGeom prst="rect">
          <a:avLst/>
        </a:prstGeom>
        <a:blipFill rotWithShape="1">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rcRect/>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A39ED06-E50D-4B8F-B46F-932D2668C39C}">
      <dsp:nvSpPr>
        <dsp:cNvPr id="0" name=""/>
        <dsp:cNvSpPr/>
      </dsp:nvSpPr>
      <dsp:spPr>
        <a:xfrm>
          <a:off x="88579" y="2236500"/>
          <a:ext cx="2475000" cy="85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cap="all"/>
          </a:pPr>
          <a:r>
            <a:rPr lang="en-US" sz="1400" u="none" kern="1200" cap="none" dirty="0"/>
            <a:t>Short-stay, emergency clinic for people with dementia, aimed at de-escalation and regaining control</a:t>
          </a:r>
        </a:p>
      </dsp:txBody>
      <dsp:txXfrm>
        <a:off x="88579" y="2236500"/>
        <a:ext cx="2475000" cy="855000"/>
      </dsp:txXfrm>
    </dsp:sp>
    <dsp:sp modelId="{B3D78F0F-5BA8-4D81-BBB3-FDA42BFA0EEE}">
      <dsp:nvSpPr>
        <dsp:cNvPr id="0" name=""/>
        <dsp:cNvSpPr/>
      </dsp:nvSpPr>
      <dsp:spPr>
        <a:xfrm>
          <a:off x="3479329" y="256500"/>
          <a:ext cx="1509750" cy="1509750"/>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EC19993-CAE1-449C-A1FD-EE5E9947A967}">
      <dsp:nvSpPr>
        <dsp:cNvPr id="0" name=""/>
        <dsp:cNvSpPr/>
      </dsp:nvSpPr>
      <dsp:spPr>
        <a:xfrm>
          <a:off x="3801079" y="578250"/>
          <a:ext cx="866250" cy="866250"/>
        </a:xfrm>
        <a:prstGeom prst="rect">
          <a:avLst/>
        </a:prstGeom>
        <a:blipFill>
          <a:blip xmlns:r="http://schemas.openxmlformats.org/officeDocument/2006/relationships">
            <a:extLst>
              <a:ext uri="{96DAC541-7B7A-43D3-8B79-37D633B846F1}">
                <asvg:svgBlip xmlns:asvg="http://schemas.microsoft.com/office/drawing/2016/SVG/main" r:embed="rId2"/>
              </a:ext>
            </a:extLst>
          </a:blip>
          <a:srcRect/>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9785C12A-9539-4464-8C2A-A98109C8560B}">
      <dsp:nvSpPr>
        <dsp:cNvPr id="0" name=""/>
        <dsp:cNvSpPr/>
      </dsp:nvSpPr>
      <dsp:spPr>
        <a:xfrm>
          <a:off x="2996704" y="2236500"/>
          <a:ext cx="2475000" cy="85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cap="all"/>
          </a:pPr>
          <a:r>
            <a:rPr lang="en-US" sz="1400" kern="1200" cap="none" dirty="0"/>
            <a:t>Motion </a:t>
          </a:r>
          <a:r>
            <a:rPr lang="en-US" sz="1400" b="0" kern="1200" cap="none" dirty="0"/>
            <a:t>sensors to promote physical activity in patients undergoing rehabilitation for hip fractures</a:t>
          </a:r>
        </a:p>
      </dsp:txBody>
      <dsp:txXfrm>
        <a:off x="2996704" y="2236500"/>
        <a:ext cx="2475000" cy="855000"/>
      </dsp:txXfrm>
    </dsp:sp>
    <dsp:sp modelId="{00C3A377-EC5B-4746-A67F-17F824A3429A}">
      <dsp:nvSpPr>
        <dsp:cNvPr id="0" name=""/>
        <dsp:cNvSpPr/>
      </dsp:nvSpPr>
      <dsp:spPr>
        <a:xfrm>
          <a:off x="6387454" y="256500"/>
          <a:ext cx="1509750" cy="1509750"/>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ABF4FEF-085B-4622-A481-F22C887315C9}">
      <dsp:nvSpPr>
        <dsp:cNvPr id="0" name=""/>
        <dsp:cNvSpPr/>
      </dsp:nvSpPr>
      <dsp:spPr>
        <a:xfrm>
          <a:off x="6709204" y="578250"/>
          <a:ext cx="866250" cy="866250"/>
        </a:xfrm>
        <a:prstGeom prst="rect">
          <a:avLst/>
        </a:prstGeom>
        <a:blipFill>
          <a:blip xmlns:r="http://schemas.openxmlformats.org/officeDocument/2006/relationships">
            <a:extLst>
              <a:ext uri="{96DAC541-7B7A-43D3-8B79-37D633B846F1}">
                <asvg:svgBlip xmlns:asvg="http://schemas.microsoft.com/office/drawing/2016/SVG/main" r:embed="rId3"/>
              </a:ext>
            </a:extLst>
          </a:blip>
          <a:srcRect/>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654DB6E0-CB92-489D-840F-FE2BB5AC0FD4}">
      <dsp:nvSpPr>
        <dsp:cNvPr id="0" name=""/>
        <dsp:cNvSpPr/>
      </dsp:nvSpPr>
      <dsp:spPr>
        <a:xfrm>
          <a:off x="5904829" y="2236500"/>
          <a:ext cx="2475000" cy="855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100000"/>
            </a:lnSpc>
            <a:spcBef>
              <a:spcPct val="0"/>
            </a:spcBef>
            <a:spcAft>
              <a:spcPct val="35000"/>
            </a:spcAft>
            <a:buNone/>
            <a:defRPr cap="all"/>
          </a:pPr>
          <a:r>
            <a:rPr lang="en-US" sz="1400" kern="1200" cap="none" dirty="0"/>
            <a:t>Tessa </a:t>
          </a:r>
          <a:r>
            <a:rPr lang="en-US" sz="1400" kern="1200" cap="none" dirty="0" err="1"/>
            <a:t>Tinybots</a:t>
          </a:r>
          <a:r>
            <a:rPr lang="en-US" sz="1400" kern="1200" cap="none" dirty="0"/>
            <a:t> to increase independence through verbal guidance in clients living in long-term care facilities</a:t>
          </a:r>
        </a:p>
      </dsp:txBody>
      <dsp:txXfrm>
        <a:off x="5904829" y="2236500"/>
        <a:ext cx="2475000" cy="85500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22FA782-861A-4BE5-96AC-77A4ED3102F1}">
      <dsp:nvSpPr>
        <dsp:cNvPr id="0" name=""/>
        <dsp:cNvSpPr/>
      </dsp:nvSpPr>
      <dsp:spPr>
        <a:xfrm>
          <a:off x="0" y="342"/>
          <a:ext cx="8172000" cy="80234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4688F4E-2F1A-4F88-8EF1-521B9A465D97}">
      <dsp:nvSpPr>
        <dsp:cNvPr id="0" name=""/>
        <dsp:cNvSpPr/>
      </dsp:nvSpPr>
      <dsp:spPr>
        <a:xfrm>
          <a:off x="242708" y="180869"/>
          <a:ext cx="441288" cy="441288"/>
        </a:xfrm>
        <a:prstGeom prst="rect">
          <a:avLst/>
        </a:prstGeom>
        <a:blipFill>
          <a:blip xmlns:r="http://schemas.openxmlformats.org/officeDocument/2006/relationships">
            <a:extLst>
              <a:ext uri="{96DAC541-7B7A-43D3-8B79-37D633B846F1}">
                <asvg:svgBlip xmlns:asvg="http://schemas.microsoft.com/office/drawing/2016/SVG/main" r:embed="rId1"/>
              </a:ext>
            </a:extLst>
          </a:blip>
          <a:srcRect/>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3F09C501-7A9A-4E4E-873A-74F19D53CF09}">
      <dsp:nvSpPr>
        <dsp:cNvPr id="0" name=""/>
        <dsp:cNvSpPr/>
      </dsp:nvSpPr>
      <dsp:spPr>
        <a:xfrm>
          <a:off x="926705" y="342"/>
          <a:ext cx="7245294" cy="8023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4915" tIns="84915" rIns="84915" bIns="84915" numCol="1" spcCol="1270" anchor="ctr" anchorCtr="0">
          <a:noAutofit/>
        </a:bodyPr>
        <a:lstStyle/>
        <a:p>
          <a:pPr marL="0" lvl="0" indent="0" algn="l" defTabSz="622300">
            <a:lnSpc>
              <a:spcPct val="100000"/>
            </a:lnSpc>
            <a:spcBef>
              <a:spcPct val="0"/>
            </a:spcBef>
            <a:spcAft>
              <a:spcPct val="35000"/>
            </a:spcAft>
            <a:buNone/>
          </a:pPr>
          <a:r>
            <a:rPr lang="en-US" sz="1400" b="1" kern="1200" dirty="0"/>
            <a:t>Population</a:t>
          </a:r>
          <a:r>
            <a:rPr lang="en-US" sz="1400" kern="1200" dirty="0"/>
            <a:t>: </a:t>
          </a:r>
          <a:r>
            <a:rPr lang="en-US" sz="1400" u="none" kern="1200" dirty="0"/>
            <a:t>A total of </a:t>
          </a:r>
          <a:r>
            <a:rPr lang="en-US" sz="1400" u="sng" kern="1200" dirty="0"/>
            <a:t>170 participants </a:t>
          </a:r>
          <a:r>
            <a:rPr lang="en-US" sz="1400" u="none" kern="1200" dirty="0"/>
            <a:t>will be recruited across the three case studies</a:t>
          </a:r>
          <a:endParaRPr lang="en-US" sz="1400" kern="1200" dirty="0"/>
        </a:p>
      </dsp:txBody>
      <dsp:txXfrm>
        <a:off x="926705" y="342"/>
        <a:ext cx="7245294" cy="802342"/>
      </dsp:txXfrm>
    </dsp:sp>
    <dsp:sp modelId="{576FFC2C-D013-4DED-B490-0789B3B504CC}">
      <dsp:nvSpPr>
        <dsp:cNvPr id="0" name=""/>
        <dsp:cNvSpPr/>
      </dsp:nvSpPr>
      <dsp:spPr>
        <a:xfrm>
          <a:off x="0" y="1003271"/>
          <a:ext cx="8172000" cy="80234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7965347-A81D-4B99-A8FD-A908332A4B32}">
      <dsp:nvSpPr>
        <dsp:cNvPr id="0" name=""/>
        <dsp:cNvSpPr/>
      </dsp:nvSpPr>
      <dsp:spPr>
        <a:xfrm>
          <a:off x="242708" y="1183798"/>
          <a:ext cx="441288" cy="441288"/>
        </a:xfrm>
        <a:prstGeom prst="rect">
          <a:avLst/>
        </a:prstGeom>
        <a:blipFill>
          <a:blip xmlns:r="http://schemas.openxmlformats.org/officeDocument/2006/relationships">
            <a:extLst>
              <a:ext uri="{96DAC541-7B7A-43D3-8B79-37D633B846F1}">
                <asvg:svgBlip xmlns:asvg="http://schemas.microsoft.com/office/drawing/2016/SVG/main" r:embed="rId2"/>
              </a:ext>
            </a:extLst>
          </a:blip>
          <a:srcRect/>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A2D40E8-29A2-4DB7-97A8-3DDFBE488359}">
      <dsp:nvSpPr>
        <dsp:cNvPr id="0" name=""/>
        <dsp:cNvSpPr/>
      </dsp:nvSpPr>
      <dsp:spPr>
        <a:xfrm>
          <a:off x="926705" y="1003271"/>
          <a:ext cx="7245294" cy="8023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4915" tIns="84915" rIns="84915" bIns="84915" numCol="1" spcCol="1270" anchor="ctr" anchorCtr="0">
          <a:noAutofit/>
        </a:bodyPr>
        <a:lstStyle/>
        <a:p>
          <a:pPr marL="0" lvl="0" indent="0" algn="l" defTabSz="622300">
            <a:lnSpc>
              <a:spcPct val="100000"/>
            </a:lnSpc>
            <a:spcBef>
              <a:spcPct val="0"/>
            </a:spcBef>
            <a:spcAft>
              <a:spcPct val="35000"/>
            </a:spcAft>
            <a:buNone/>
          </a:pPr>
          <a:r>
            <a:rPr lang="en-US" sz="1400" b="1" kern="1200" dirty="0"/>
            <a:t>Design</a:t>
          </a:r>
          <a:r>
            <a:rPr lang="en-US" sz="1400" kern="1200" dirty="0"/>
            <a:t>: Clients will complete well-being measures at least at </a:t>
          </a:r>
          <a:r>
            <a:rPr lang="en-US" sz="1400" u="sng" kern="1200" dirty="0"/>
            <a:t>enrollment and at discharge </a:t>
          </a:r>
          <a:r>
            <a:rPr lang="en-US" sz="1400" kern="1200" dirty="0"/>
            <a:t>with the </a:t>
          </a:r>
          <a:r>
            <a:rPr lang="en-US" sz="1400" u="sng" kern="1200" dirty="0"/>
            <a:t>help of a Dutch interviewer</a:t>
          </a:r>
        </a:p>
      </dsp:txBody>
      <dsp:txXfrm>
        <a:off x="926705" y="1003271"/>
        <a:ext cx="7245294" cy="802342"/>
      </dsp:txXfrm>
    </dsp:sp>
    <dsp:sp modelId="{1306608F-16A8-488B-BF4F-49CD5D5C1FC1}">
      <dsp:nvSpPr>
        <dsp:cNvPr id="0" name=""/>
        <dsp:cNvSpPr/>
      </dsp:nvSpPr>
      <dsp:spPr>
        <a:xfrm>
          <a:off x="0" y="2006199"/>
          <a:ext cx="8172000" cy="80234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398254A-D3B5-4D6D-BCFB-69F6FC333A23}">
      <dsp:nvSpPr>
        <dsp:cNvPr id="0" name=""/>
        <dsp:cNvSpPr/>
      </dsp:nvSpPr>
      <dsp:spPr>
        <a:xfrm>
          <a:off x="242708" y="2186726"/>
          <a:ext cx="441288" cy="441288"/>
        </a:xfrm>
        <a:prstGeom prst="rect">
          <a:avLst/>
        </a:prstGeom>
        <a:blipFill>
          <a:blip xmlns:r="http://schemas.openxmlformats.org/officeDocument/2006/relationships">
            <a:extLst>
              <a:ext uri="{96DAC541-7B7A-43D3-8B79-37D633B846F1}">
                <asvg:svgBlip xmlns:asvg="http://schemas.microsoft.com/office/drawing/2016/SVG/main" r:embed="rId3"/>
              </a:ext>
            </a:extLst>
          </a:blip>
          <a:srcRect/>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E9CB0B8-DB7F-4681-BA81-747E4B67F267}">
      <dsp:nvSpPr>
        <dsp:cNvPr id="0" name=""/>
        <dsp:cNvSpPr/>
      </dsp:nvSpPr>
      <dsp:spPr>
        <a:xfrm>
          <a:off x="926705" y="2006199"/>
          <a:ext cx="7245294" cy="80234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4915" tIns="84915" rIns="84915" bIns="84915" numCol="1" spcCol="1270" anchor="ctr" anchorCtr="0">
          <a:noAutofit/>
        </a:bodyPr>
        <a:lstStyle/>
        <a:p>
          <a:pPr marL="0" lvl="0" indent="0" algn="l" defTabSz="622300">
            <a:lnSpc>
              <a:spcPct val="100000"/>
            </a:lnSpc>
            <a:spcBef>
              <a:spcPct val="0"/>
            </a:spcBef>
            <a:spcAft>
              <a:spcPct val="35000"/>
            </a:spcAft>
            <a:buNone/>
          </a:pPr>
          <a:r>
            <a:rPr lang="en-US" sz="1400" u="none" kern="1200" dirty="0"/>
            <a:t>Caregivers/family members can respond on behalf of the client or together</a:t>
          </a:r>
        </a:p>
      </dsp:txBody>
      <dsp:txXfrm>
        <a:off x="926705" y="2006199"/>
        <a:ext cx="7245294" cy="802342"/>
      </dsp:txXfrm>
    </dsp:sp>
  </dsp:spTree>
</dsp:drawing>
</file>

<file path=ppt/diagrams/layout1.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4.xml><?xml version="1.0" encoding="utf-8"?>
<dgm:layoutDef xmlns:dgm="http://schemas.openxmlformats.org/drawingml/2006/diagram" xmlns:a="http://schemas.openxmlformats.org/drawingml/2006/main" uniqueId="urn:diagrams.loki3.com/BracketList">
  <dgm:title val="Vertical Bracket List"/>
  <dgm:desc val="Use to show grouped blocks of information.  Works well with large amounts of Level 2 text."/>
  <dgm:catLst>
    <dgm:cat type="list" pri="4110"/>
    <dgm:cat type="officeonline" pri="3000"/>
  </dgm:catLst>
  <dgm:sampData>
    <dgm:dataModel>
      <dgm:ptLst>
        <dgm:pt modelId="0" type="doc"/>
        <dgm:pt modelId="1">
          <dgm:prSet phldr="1"/>
        </dgm:pt>
        <dgm:pt modelId="11">
          <dgm:prSet phldr="1"/>
        </dgm:pt>
        <dgm:pt modelId="2">
          <dgm:prSet phldr="1"/>
        </dgm:pt>
        <dgm:pt modelId="21">
          <dgm:prSet phldr="1"/>
        </dgm:pt>
      </dgm:ptLst>
      <dgm:cxnLst>
        <dgm:cxn modelId="3" srcId="0" destId="1" srcOrd="0" destOrd="0"/>
        <dgm:cxn modelId="4" srcId="1" destId="11" srcOrd="0" destOrd="0"/>
        <dgm:cxn modelId="5" srcId="0" destId="2" srcOrd="0" destOrd="0"/>
        <dgm:cxn modelId="6" srcId="2" destId="21" srcOrd="0" destOrd="0"/>
      </dgm:cxnLst>
      <dgm:bg/>
      <dgm:whole/>
    </dgm:dataModel>
  </dgm:sampData>
  <dgm:styleData useDef="1">
    <dgm:dataModel>
      <dgm:ptLst/>
      <dgm:bg/>
      <dgm:whole/>
    </dgm:dataModel>
  </dgm:styleData>
  <dgm:clrData useDef="1">
    <dgm:dataModel>
      <dgm:pt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V" refType="primFontSz" refFor="des" refForName="parTx" fact="0.1"/>
      <dgm:constr type="primFontSz" for="des" forName="parTx" val="65"/>
      <dgm:constr type="primFontSz" for="des" forName="desTx" refType="primFontSz" refFor="des" refForName="parTx"/>
      <dgm:constr type="h" for="des" forName="parTx" refType="primFontSz" refFor="des" refForName="parTx" fact="0.55"/>
      <dgm:constr type="h" for="des" forName="bracket" refType="primFontSz" refFor="des" refForName="parTx" fact="0.55"/>
      <dgm:constr type="h" for="des" forName="desTx" refType="primFontSz" refFor="des" refForName="parTx" fact="0.55"/>
    </dgm:constrLst>
    <dgm:ruleLst>
      <dgm:rule type="primFontSz" for="des" forName="parTx" val="5" fact="NaN" max="NaN"/>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Tx" refType="w" fact="0.25"/>
          <dgm:constr type="w" for="ch" forName="bracket" refType="w" fact="0.05"/>
          <dgm:constr type="w" for="ch" forName="spH" refType="w" fact="0.02"/>
          <dgm:constr type="w" for="ch" forName="desTx" refType="w" fact="0.68"/>
          <dgm:constr type="h" for="ch" forName="bracket" refType="h" refFor="ch" refForName="desTx" op="gte"/>
          <dgm:constr type="h" for="ch" forName="bracket" refType="h" refFor="ch" refForName="parTx" op="gte"/>
          <dgm:constr type="h" for="ch" forName="desTx" refType="h" refFor="ch" refForName="parTx" op="gte"/>
        </dgm:constrLst>
        <dgm:ruleLst/>
        <dgm:layoutNode name="parTx" styleLbl="revTx">
          <dgm:varLst>
            <dgm:chMax val="1"/>
            <dgm:bulletEnabled val="1"/>
          </dgm:varLst>
          <dgm:choose name="Name8">
            <dgm:if name="Name9" func="var" arg="dir" op="equ" val="norm">
              <dgm:alg type="tx">
                <dgm:param type="parTxLTRAlign" val="r"/>
              </dgm:alg>
            </dgm:if>
            <dgm:else name="Name10">
              <dgm:alg type="tx">
                <dgm:param type="parTxLTRAlign" val="l"/>
              </dgm:alg>
            </dgm:else>
          </dgm:choose>
          <dgm:shape xmlns:r="http://schemas.openxmlformats.org/officeDocument/2006/relationships" type="rect" r:blip="">
            <dgm:adjLst/>
          </dgm:shape>
          <dgm:presOf axis="self" ptType="node"/>
          <dgm:constrLst>
            <dgm:constr type="tMarg" refType="primFontSz" fact="0.2"/>
            <dgm:constr type="bMarg" refType="primFontSz" fact="0.2"/>
          </dgm:constrLst>
          <dgm:ruleLst>
            <dgm:rule type="h" val="INF" fact="NaN" max="NaN"/>
          </dgm:ruleLst>
        </dgm:layoutNode>
        <dgm:layoutNode name="bracket" styleLbl="parChTrans1D1">
          <dgm:alg type="sp"/>
          <dgm:choose name="Name11">
            <dgm:if name="Name12" func="var" arg="dir" op="equ" val="norm">
              <dgm:shape xmlns:r="http://schemas.openxmlformats.org/officeDocument/2006/relationships" type="leftBrace" r:blip="">
                <dgm:adjLst>
                  <dgm:adj idx="1" val="0.35"/>
                </dgm:adjLst>
              </dgm:shape>
            </dgm:if>
            <dgm:else name="Name13">
              <dgm:shape xmlns:r="http://schemas.openxmlformats.org/officeDocument/2006/relationships" rot="180" type="leftBrace" r:blip="">
                <dgm:adjLst>
                  <dgm:adj idx="1" val="0.35"/>
                </dgm:adjLst>
              </dgm:shape>
            </dgm:else>
          </dgm:choose>
          <dgm:presOf/>
        </dgm:layoutNode>
        <dgm:layoutNode name="spH">
          <dgm:alg type="sp"/>
        </dgm:layoutNode>
        <dgm:choose name="Name14">
          <dgm:if name="Name15" axis="ch" ptType="node" func="cnt" op="gte" val="1">
            <dgm:layoutNode name="desTx" styleLbl="node1">
              <dgm:varLst>
                <dgm:bulletEnabled val="1"/>
              </dgm:varLst>
              <dgm:alg type="tx">
                <dgm:param type="stBulletLvl" val="1"/>
                <dgm:param type="txAnchorVertCh" val="mid"/>
              </dgm:alg>
              <dgm:shape xmlns:r="http://schemas.openxmlformats.org/officeDocument/2006/relationships" type="rect" r:blip="">
                <dgm:adjLst/>
              </dgm:shape>
              <dgm:presOf axis="des" ptType="node"/>
              <dgm:constrLst>
                <dgm:constr type="secFontSz" refType="primFontSz"/>
                <dgm:constr type="tMarg" refType="primFontSz" fact="0.3"/>
                <dgm:constr type="bMarg" refType="primFontSz" fact="0.3"/>
                <dgm:constr type="lMarg" refType="primFontSz" fact="0.3"/>
                <dgm:constr type="rMarg" refType="primFontSz" fact="0.3"/>
              </dgm:constrLst>
              <dgm:ruleLst>
                <dgm:rule type="h" val="INF" fact="NaN" max="NaN"/>
              </dgm:ruleLst>
            </dgm:layoutNode>
          </dgm:if>
          <dgm:else name="Name16"/>
        </dgm:choose>
      </dgm:layoutNode>
      <dgm:forEach name="Name17" axis="followSib" ptType="sibTrans" cnt="1">
        <dgm:layoutNode name="spV">
          <dgm:alg type="sp"/>
        </dgm:layoutNode>
      </dgm:forEach>
    </dgm:forEach>
  </dgm:layoutNode>
</dgm:layoutDef>
</file>

<file path=ppt/diagrams/layout5.xml><?xml version="1.0" encoding="utf-8"?>
<dgm:layoutDef xmlns:dgm="http://schemas.openxmlformats.org/drawingml/2006/diagram" xmlns:a="http://schemas.openxmlformats.org/drawingml/2006/main" uniqueId="urn:diagrams.loki3.com/BracketList">
  <dgm:title val="Vertical Bracket List"/>
  <dgm:desc val="Use to show grouped blocks of information.  Works well with large amounts of Level 2 text."/>
  <dgm:catLst>
    <dgm:cat type="list" pri="4110"/>
    <dgm:cat type="officeonline" pri="3000"/>
  </dgm:catLst>
  <dgm:sampData>
    <dgm:dataModel>
      <dgm:ptLst>
        <dgm:pt modelId="0" type="doc"/>
        <dgm:pt modelId="1">
          <dgm:prSet phldr="1"/>
        </dgm:pt>
        <dgm:pt modelId="11">
          <dgm:prSet phldr="1"/>
        </dgm:pt>
        <dgm:pt modelId="2">
          <dgm:prSet phldr="1"/>
        </dgm:pt>
        <dgm:pt modelId="21">
          <dgm:prSet phldr="1"/>
        </dgm:pt>
      </dgm:ptLst>
      <dgm:cxnLst>
        <dgm:cxn modelId="3" srcId="0" destId="1" srcOrd="0" destOrd="0"/>
        <dgm:cxn modelId="4" srcId="1" destId="11" srcOrd="0" destOrd="0"/>
        <dgm:cxn modelId="5" srcId="0" destId="2" srcOrd="0" destOrd="0"/>
        <dgm:cxn modelId="6" srcId="2" destId="21" srcOrd="0" destOrd="0"/>
      </dgm:cxnLst>
      <dgm:bg/>
      <dgm:whole/>
    </dgm:dataModel>
  </dgm:sampData>
  <dgm:styleData useDef="1">
    <dgm:dataModel>
      <dgm:ptLst/>
      <dgm:bg/>
      <dgm:whole/>
    </dgm:dataModel>
  </dgm:styleData>
  <dgm:clrData useDef="1">
    <dgm:dataModel>
      <dgm:pt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V" refType="primFontSz" refFor="des" refForName="parTx" fact="0.1"/>
      <dgm:constr type="primFontSz" for="des" forName="parTx" val="65"/>
      <dgm:constr type="primFontSz" for="des" forName="desTx" refType="primFontSz" refFor="des" refForName="parTx"/>
      <dgm:constr type="h" for="des" forName="parTx" refType="primFontSz" refFor="des" refForName="parTx" fact="0.55"/>
      <dgm:constr type="h" for="des" forName="bracket" refType="primFontSz" refFor="des" refForName="parTx" fact="0.55"/>
      <dgm:constr type="h" for="des" forName="desTx" refType="primFontSz" refFor="des" refForName="parTx" fact="0.55"/>
    </dgm:constrLst>
    <dgm:ruleLst>
      <dgm:rule type="primFontSz" for="des" forName="parTx" val="5" fact="NaN" max="NaN"/>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Tx" refType="w" fact="0.25"/>
          <dgm:constr type="w" for="ch" forName="bracket" refType="w" fact="0.05"/>
          <dgm:constr type="w" for="ch" forName="spH" refType="w" fact="0.02"/>
          <dgm:constr type="w" for="ch" forName="desTx" refType="w" fact="0.68"/>
          <dgm:constr type="h" for="ch" forName="bracket" refType="h" refFor="ch" refForName="desTx" op="gte"/>
          <dgm:constr type="h" for="ch" forName="bracket" refType="h" refFor="ch" refForName="parTx" op="gte"/>
          <dgm:constr type="h" for="ch" forName="desTx" refType="h" refFor="ch" refForName="parTx" op="gte"/>
        </dgm:constrLst>
        <dgm:ruleLst/>
        <dgm:layoutNode name="parTx" styleLbl="revTx">
          <dgm:varLst>
            <dgm:chMax val="1"/>
            <dgm:bulletEnabled val="1"/>
          </dgm:varLst>
          <dgm:choose name="Name8">
            <dgm:if name="Name9" func="var" arg="dir" op="equ" val="norm">
              <dgm:alg type="tx">
                <dgm:param type="parTxLTRAlign" val="r"/>
              </dgm:alg>
            </dgm:if>
            <dgm:else name="Name10">
              <dgm:alg type="tx">
                <dgm:param type="parTxLTRAlign" val="l"/>
              </dgm:alg>
            </dgm:else>
          </dgm:choose>
          <dgm:shape xmlns:r="http://schemas.openxmlformats.org/officeDocument/2006/relationships" type="rect" r:blip="">
            <dgm:adjLst/>
          </dgm:shape>
          <dgm:presOf axis="self" ptType="node"/>
          <dgm:constrLst>
            <dgm:constr type="tMarg" refType="primFontSz" fact="0.2"/>
            <dgm:constr type="bMarg" refType="primFontSz" fact="0.2"/>
          </dgm:constrLst>
          <dgm:ruleLst>
            <dgm:rule type="h" val="INF" fact="NaN" max="NaN"/>
          </dgm:ruleLst>
        </dgm:layoutNode>
        <dgm:layoutNode name="bracket" styleLbl="parChTrans1D1">
          <dgm:alg type="sp"/>
          <dgm:choose name="Name11">
            <dgm:if name="Name12" func="var" arg="dir" op="equ" val="norm">
              <dgm:shape xmlns:r="http://schemas.openxmlformats.org/officeDocument/2006/relationships" type="leftBrace" r:blip="">
                <dgm:adjLst>
                  <dgm:adj idx="1" val="0.35"/>
                </dgm:adjLst>
              </dgm:shape>
            </dgm:if>
            <dgm:else name="Name13">
              <dgm:shape xmlns:r="http://schemas.openxmlformats.org/officeDocument/2006/relationships" rot="180" type="leftBrace" r:blip="">
                <dgm:adjLst>
                  <dgm:adj idx="1" val="0.35"/>
                </dgm:adjLst>
              </dgm:shape>
            </dgm:else>
          </dgm:choose>
          <dgm:presOf/>
        </dgm:layoutNode>
        <dgm:layoutNode name="spH">
          <dgm:alg type="sp"/>
        </dgm:layoutNode>
        <dgm:choose name="Name14">
          <dgm:if name="Name15" axis="ch" ptType="node" func="cnt" op="gte" val="1">
            <dgm:layoutNode name="desTx" styleLbl="node1">
              <dgm:varLst>
                <dgm:bulletEnabled val="1"/>
              </dgm:varLst>
              <dgm:alg type="tx">
                <dgm:param type="stBulletLvl" val="1"/>
                <dgm:param type="txAnchorVertCh" val="mid"/>
              </dgm:alg>
              <dgm:shape xmlns:r="http://schemas.openxmlformats.org/officeDocument/2006/relationships" type="rect" r:blip="">
                <dgm:adjLst/>
              </dgm:shape>
              <dgm:presOf axis="des" ptType="node"/>
              <dgm:constrLst>
                <dgm:constr type="secFontSz" refType="primFontSz"/>
                <dgm:constr type="tMarg" refType="primFontSz" fact="0.3"/>
                <dgm:constr type="bMarg" refType="primFontSz" fact="0.3"/>
                <dgm:constr type="lMarg" refType="primFontSz" fact="0.3"/>
                <dgm:constr type="rMarg" refType="primFontSz" fact="0.3"/>
              </dgm:constrLst>
              <dgm:ruleLst>
                <dgm:rule type="h" val="INF" fact="NaN" max="NaN"/>
              </dgm:ruleLst>
            </dgm:layoutNode>
          </dgm:if>
          <dgm:else name="Name16"/>
        </dgm:choose>
      </dgm:layoutNode>
      <dgm:forEach name="Name17" axis="followSib" ptType="sibTrans" cnt="1">
        <dgm:layoutNode name="spV">
          <dgm:alg type="sp"/>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7.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FE88427-736F-48E5-AB0B-6B2DE6C7E3F9}" type="datetimeFigureOut">
              <a:rPr lang="en-GB" smtClean="0"/>
              <a:pPr/>
              <a:t>26/06/2026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82BB00A-71ED-40C6-A1CF-164C43AE5CE4}" type="slidenum">
              <a:rPr lang="en-GB" smtClean="0"/>
              <a:pPr/>
              <a:t>‹#›</a:t>
            </a:fld>
            <a:endParaRPr lang="en-GB"/>
          </a:p>
        </p:txBody>
      </p:sp>
    </p:spTree>
    <p:extLst>
      <p:ext uri="{BB962C8B-B14F-4D97-AF65-F5344CB8AC3E}">
        <p14:creationId xmlns:p14="http://schemas.microsoft.com/office/powerpoint/2010/main" val="26424737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482BB00A-71ED-40C6-A1CF-164C43AE5CE4}" type="slidenum">
              <a:rPr lang="en-GB" smtClean="0"/>
              <a:pPr/>
              <a:t>1</a:t>
            </a:fld>
            <a:endParaRPr lang="en-GB"/>
          </a:p>
        </p:txBody>
      </p:sp>
    </p:spTree>
    <p:extLst>
      <p:ext uri="{BB962C8B-B14F-4D97-AF65-F5344CB8AC3E}">
        <p14:creationId xmlns:p14="http://schemas.microsoft.com/office/powerpoint/2010/main" val="20103952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82BB00A-71ED-40C6-A1CF-164C43AE5CE4}" type="slidenum">
              <a:rPr lang="en-GB" smtClean="0"/>
              <a:pPr/>
              <a:t>3</a:t>
            </a:fld>
            <a:endParaRPr lang="en-GB"/>
          </a:p>
        </p:txBody>
      </p:sp>
    </p:spTree>
    <p:extLst>
      <p:ext uri="{BB962C8B-B14F-4D97-AF65-F5344CB8AC3E}">
        <p14:creationId xmlns:p14="http://schemas.microsoft.com/office/powerpoint/2010/main" val="30530206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82BB00A-71ED-40C6-A1CF-164C43AE5CE4}" type="slidenum">
              <a:rPr lang="en-GB" smtClean="0"/>
              <a:pPr/>
              <a:t>4</a:t>
            </a:fld>
            <a:endParaRPr lang="en-GB"/>
          </a:p>
        </p:txBody>
      </p:sp>
    </p:spTree>
    <p:extLst>
      <p:ext uri="{BB962C8B-B14F-4D97-AF65-F5344CB8AC3E}">
        <p14:creationId xmlns:p14="http://schemas.microsoft.com/office/powerpoint/2010/main" val="20777054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482BB00A-71ED-40C6-A1CF-164C43AE5CE4}" type="slidenum">
              <a:rPr lang="en-GB" smtClean="0"/>
              <a:pPr/>
              <a:t>5</a:t>
            </a:fld>
            <a:endParaRPr lang="en-GB"/>
          </a:p>
        </p:txBody>
      </p:sp>
    </p:spTree>
    <p:extLst>
      <p:ext uri="{BB962C8B-B14F-4D97-AF65-F5344CB8AC3E}">
        <p14:creationId xmlns:p14="http://schemas.microsoft.com/office/powerpoint/2010/main" val="5603497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survey will consist of five main modules, covering the main well-being measures, clinical measures for the various disease groups, generic well-being and health questions and some demographics data.</a:t>
            </a:r>
          </a:p>
          <a:p>
            <a:r>
              <a:rPr lang="en-US" dirty="0"/>
              <a:t>They will presented in this order to present questions that are more cognitively demanding as well as most relevant for our research questions at first.</a:t>
            </a:r>
          </a:p>
          <a:p>
            <a:r>
              <a:rPr lang="en-US" dirty="0"/>
              <a:t>Within each module, the order of the questionnaires will be randomized</a:t>
            </a:r>
          </a:p>
          <a:p>
            <a:endParaRPr lang="en-US" dirty="0"/>
          </a:p>
          <a:p>
            <a:r>
              <a:rPr lang="en-US" dirty="0"/>
              <a:t>Discuss with </a:t>
            </a:r>
            <a:r>
              <a:rPr lang="en-US" dirty="0" err="1"/>
              <a:t>Dynata</a:t>
            </a:r>
            <a:r>
              <a:rPr lang="en-US" dirty="0"/>
              <a:t> to provide information regarding drop-out rate </a:t>
            </a:r>
          </a:p>
          <a:p>
            <a:r>
              <a:rPr lang="en-US" dirty="0"/>
              <a:t>Guide respondents to the different modules (e.g., Module A: Well-being measures)</a:t>
            </a:r>
          </a:p>
          <a:p>
            <a:r>
              <a:rPr lang="en-US" dirty="0"/>
              <a:t>The questions that select participants should come first in the survey</a:t>
            </a:r>
          </a:p>
          <a:p>
            <a:r>
              <a:rPr lang="en-US" dirty="0"/>
              <a:t>Questions that are not too important or require low cognitive abilities can be put at the end</a:t>
            </a:r>
          </a:p>
          <a:p>
            <a:endParaRPr lang="en-US" dirty="0"/>
          </a:p>
        </p:txBody>
      </p:sp>
      <p:sp>
        <p:nvSpPr>
          <p:cNvPr id="4" name="Slide Number Placeholder 3"/>
          <p:cNvSpPr>
            <a:spLocks noGrp="1"/>
          </p:cNvSpPr>
          <p:nvPr>
            <p:ph type="sldNum" sz="quarter" idx="5"/>
          </p:nvPr>
        </p:nvSpPr>
        <p:spPr/>
        <p:txBody>
          <a:bodyPr/>
          <a:lstStyle/>
          <a:p>
            <a:fld id="{482BB00A-71ED-40C6-A1CF-164C43AE5CE4}" type="slidenum">
              <a:rPr lang="en-GB" smtClean="0"/>
              <a:pPr/>
              <a:t>7</a:t>
            </a:fld>
            <a:endParaRPr lang="en-GB"/>
          </a:p>
        </p:txBody>
      </p:sp>
    </p:spTree>
    <p:extLst>
      <p:ext uri="{BB962C8B-B14F-4D97-AF65-F5344CB8AC3E}">
        <p14:creationId xmlns:p14="http://schemas.microsoft.com/office/powerpoint/2010/main" val="7347551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D88BFE-20DB-2791-5D4F-2CBE21EABB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BFAD55-945D-1408-D0EF-11C7319E08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BDEA58-6805-807D-3446-E6CD8627052F}"/>
              </a:ext>
            </a:extLst>
          </p:cNvPr>
          <p:cNvSpPr>
            <a:spLocks noGrp="1"/>
          </p:cNvSpPr>
          <p:nvPr>
            <p:ph type="body" idx="1"/>
          </p:nvPr>
        </p:nvSpPr>
        <p:spPr/>
        <p:txBody>
          <a:bodyPr/>
          <a:lstStyle/>
          <a:p>
            <a:r>
              <a:rPr lang="en-US" dirty="0"/>
              <a:t>The survey will consist of five main modules, covering the main well-being measures, clinical measures for the various disease groups, generic well-being and health questions and some demographics data.</a:t>
            </a:r>
          </a:p>
          <a:p>
            <a:r>
              <a:rPr lang="en-US" dirty="0"/>
              <a:t>They will presented in this order to present questions that are more cognitively demanding as well as most relevant for our research questions at first.</a:t>
            </a:r>
          </a:p>
          <a:p>
            <a:r>
              <a:rPr lang="en-US" dirty="0"/>
              <a:t>Within each module, the order of the questionnaires will be randomized</a:t>
            </a:r>
          </a:p>
          <a:p>
            <a:endParaRPr lang="en-US" dirty="0"/>
          </a:p>
          <a:p>
            <a:r>
              <a:rPr lang="en-US" dirty="0"/>
              <a:t>Discuss with </a:t>
            </a:r>
            <a:r>
              <a:rPr lang="en-US" dirty="0" err="1"/>
              <a:t>Dynata</a:t>
            </a:r>
            <a:r>
              <a:rPr lang="en-US" dirty="0"/>
              <a:t> to provide information regarding drop-out rate </a:t>
            </a:r>
          </a:p>
          <a:p>
            <a:r>
              <a:rPr lang="en-US" dirty="0"/>
              <a:t>Guide respondents to the different modules (e.g., Module A: Well-being measures)</a:t>
            </a:r>
          </a:p>
          <a:p>
            <a:r>
              <a:rPr lang="en-US" dirty="0"/>
              <a:t>The questions that select participants should come first in the survey</a:t>
            </a:r>
          </a:p>
          <a:p>
            <a:r>
              <a:rPr lang="en-US" dirty="0"/>
              <a:t>Questions that are not too important or require low cognitive abilities can be put at the end</a:t>
            </a:r>
          </a:p>
          <a:p>
            <a:endParaRPr lang="en-US" dirty="0"/>
          </a:p>
        </p:txBody>
      </p:sp>
      <p:sp>
        <p:nvSpPr>
          <p:cNvPr id="4" name="Slide Number Placeholder 3">
            <a:extLst>
              <a:ext uri="{FF2B5EF4-FFF2-40B4-BE49-F238E27FC236}">
                <a16:creationId xmlns:a16="http://schemas.microsoft.com/office/drawing/2014/main" id="{63ADD2F5-3A70-C1E9-9B9F-EF9554495E4B}"/>
              </a:ext>
            </a:extLst>
          </p:cNvPr>
          <p:cNvSpPr>
            <a:spLocks noGrp="1"/>
          </p:cNvSpPr>
          <p:nvPr>
            <p:ph type="sldNum" sz="quarter" idx="5"/>
          </p:nvPr>
        </p:nvSpPr>
        <p:spPr/>
        <p:txBody>
          <a:bodyPr/>
          <a:lstStyle/>
          <a:p>
            <a:fld id="{482BB00A-71ED-40C6-A1CF-164C43AE5CE4}" type="slidenum">
              <a:rPr lang="en-GB" smtClean="0"/>
              <a:pPr/>
              <a:t>8</a:t>
            </a:fld>
            <a:endParaRPr lang="en-GB"/>
          </a:p>
        </p:txBody>
      </p:sp>
    </p:spTree>
    <p:extLst>
      <p:ext uri="{BB962C8B-B14F-4D97-AF65-F5344CB8AC3E}">
        <p14:creationId xmlns:p14="http://schemas.microsoft.com/office/powerpoint/2010/main" val="34138081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is an overview of our survey and what respondents will answer to.</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All of them will answer our main well-being measures, which cover various conceptualization of well-being (from subjective well-being as in the EQ-HWB, WiX and SWB-5D, to capability well-being, such as in ICECAP, and social care quality of life, as in the ASCOT and QOL-ACC).</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older people subgroup will answer well-being measures that target older populations, such as the WOOP and ICECAP-O. While all other disease groups will answer disease-specific questionnaires, which we will look into more details in a minute.</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They will also answer questions that cover different aspects of generic well-being, including hedonic well-being through the SWLS, eudaimonic through OECD questions and affective well-being through a selection of SPANE items.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fld id="{482BB00A-71ED-40C6-A1CF-164C43AE5CE4}" type="slidenum">
              <a:rPr lang="en-GB" smtClean="0"/>
              <a:pPr/>
              <a:t>9</a:t>
            </a:fld>
            <a:endParaRPr lang="en-GB"/>
          </a:p>
        </p:txBody>
      </p:sp>
    </p:spTree>
    <p:extLst>
      <p:ext uri="{BB962C8B-B14F-4D97-AF65-F5344CB8AC3E}">
        <p14:creationId xmlns:p14="http://schemas.microsoft.com/office/powerpoint/2010/main" val="244436091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slides provide an overview of the conceptual coverage across all instruments (well-being measures, disease-specific measures and generic health and well-being questionnaires).</a:t>
            </a:r>
          </a:p>
          <a:p>
            <a:r>
              <a:rPr lang="en-US" dirty="0"/>
              <a:t>As it can be seen, the survey will cover a wide range of aspects, with particular attention to mental health and physical health as well as other broader aspects of well-being such as their relationship, activities and independence.</a:t>
            </a:r>
          </a:p>
          <a:p>
            <a:r>
              <a:rPr lang="en-US" dirty="0"/>
              <a:t>Other less commonly covered aspects will also be investigated, such as their feelings of personal safety and finance satisfaction.</a:t>
            </a:r>
          </a:p>
          <a:p>
            <a:endParaRPr lang="en-US" dirty="0"/>
          </a:p>
          <a:p>
            <a:r>
              <a:rPr lang="en-US" dirty="0"/>
              <a:t>The x indicates full coverage, meaning that the items in the questionnaire directly enquire about that specific aspect. The cells in yellow indicate partial coverage, meaning that they do not fully address that aspect or only touches upon it broadly.</a:t>
            </a:r>
          </a:p>
          <a:p>
            <a:r>
              <a:rPr lang="en-US" dirty="0"/>
              <a:t>An example is an item from the SWB-5D which asks about whether their health restricts their physical activities. This is not directly asking about their physical health nor about their ability to engage in all types of activities (but rather only physical ones), therefore this is why it was categorized as partial coverage. </a:t>
            </a:r>
          </a:p>
          <a:p>
            <a:endParaRPr lang="en-US" dirty="0"/>
          </a:p>
        </p:txBody>
      </p:sp>
      <p:sp>
        <p:nvSpPr>
          <p:cNvPr id="4" name="Slide Number Placeholder 3"/>
          <p:cNvSpPr>
            <a:spLocks noGrp="1"/>
          </p:cNvSpPr>
          <p:nvPr>
            <p:ph type="sldNum" sz="quarter" idx="5"/>
          </p:nvPr>
        </p:nvSpPr>
        <p:spPr/>
        <p:txBody>
          <a:bodyPr/>
          <a:lstStyle/>
          <a:p>
            <a:fld id="{482BB00A-71ED-40C6-A1CF-164C43AE5CE4}" type="slidenum">
              <a:rPr lang="en-GB" smtClean="0"/>
              <a:pPr/>
              <a:t>10</a:t>
            </a:fld>
            <a:endParaRPr lang="en-GB"/>
          </a:p>
        </p:txBody>
      </p:sp>
    </p:spTree>
    <p:extLst>
      <p:ext uri="{BB962C8B-B14F-4D97-AF65-F5344CB8AC3E}">
        <p14:creationId xmlns:p14="http://schemas.microsoft.com/office/powerpoint/2010/main" val="323873550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a:xfrm>
            <a:off x="491526" y="1260000"/>
            <a:ext cx="6300000" cy="1224000"/>
          </a:xfrm>
        </p:spPr>
        <p:txBody>
          <a:bodyPr/>
          <a:lstStyle>
            <a:lvl1pPr>
              <a:lnSpc>
                <a:spcPts val="3800"/>
              </a:lnSpc>
              <a:defRPr sz="4400" baseline="0">
                <a:solidFill>
                  <a:schemeClr val="bg1"/>
                </a:solidFill>
              </a:defRPr>
            </a:lvl1pPr>
          </a:lstStyle>
          <a:p>
            <a:r>
              <a:rPr lang="en-GB" noProof="0" dirty="0"/>
              <a:t>Click to edit title</a:t>
            </a:r>
          </a:p>
        </p:txBody>
      </p:sp>
      <p:sp>
        <p:nvSpPr>
          <p:cNvPr id="3" name="Subtitel 2"/>
          <p:cNvSpPr>
            <a:spLocks noGrp="1"/>
          </p:cNvSpPr>
          <p:nvPr>
            <p:ph type="subTitle" idx="1" hasCustomPrompt="1"/>
          </p:nvPr>
        </p:nvSpPr>
        <p:spPr>
          <a:xfrm>
            <a:off x="491526" y="2484000"/>
            <a:ext cx="6300000" cy="810000"/>
          </a:xfrm>
        </p:spPr>
        <p:txBody>
          <a:bodyPr/>
          <a:lstStyle>
            <a:lvl1pPr marL="0" indent="0" algn="l">
              <a:buNone/>
              <a:defRPr b="0" i="0">
                <a:solidFill>
                  <a:schemeClr val="bg1"/>
                </a:solidFill>
                <a:latin typeface="Museo Sans 100"/>
                <a:cs typeface="Museo Sans 10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noProof="0" dirty="0"/>
              <a:t>Click to edit subtitle</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with Picture">
    <p:bg>
      <p:bgRef idx="1001">
        <a:schemeClr val="bg1"/>
      </p:bgRef>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a:xfrm>
            <a:off x="491526" y="1260000"/>
            <a:ext cx="6300000" cy="1224000"/>
          </a:xfrm>
        </p:spPr>
        <p:txBody>
          <a:bodyPr/>
          <a:lstStyle>
            <a:lvl1pPr>
              <a:lnSpc>
                <a:spcPts val="3800"/>
              </a:lnSpc>
              <a:defRPr sz="4400" baseline="0">
                <a:solidFill>
                  <a:srgbClr val="FFFFFF"/>
                </a:solidFill>
              </a:defRPr>
            </a:lvl1pPr>
          </a:lstStyle>
          <a:p>
            <a:r>
              <a:rPr lang="en-GB" noProof="0" dirty="0"/>
              <a:t>Click to edit title</a:t>
            </a:r>
          </a:p>
        </p:txBody>
      </p:sp>
      <p:sp>
        <p:nvSpPr>
          <p:cNvPr id="3" name="Subtitel 2"/>
          <p:cNvSpPr>
            <a:spLocks noGrp="1"/>
          </p:cNvSpPr>
          <p:nvPr>
            <p:ph type="subTitle" idx="1" hasCustomPrompt="1"/>
          </p:nvPr>
        </p:nvSpPr>
        <p:spPr>
          <a:xfrm>
            <a:off x="491526" y="2484000"/>
            <a:ext cx="6300000" cy="810000"/>
          </a:xfrm>
        </p:spPr>
        <p:txBody>
          <a:bodyPr/>
          <a:lstStyle>
            <a:lvl1pPr marL="0" indent="0" algn="l">
              <a:buNone/>
              <a:defRPr b="0" i="0">
                <a:solidFill>
                  <a:srgbClr val="FFFFFF"/>
                </a:solidFill>
                <a:latin typeface="Museo Sans 100"/>
                <a:cs typeface="Museo Sans 10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noProof="0" dirty="0"/>
              <a:t>Insert a picture and move it backwards </a:t>
            </a:r>
            <a:br>
              <a:rPr lang="en-GB" noProof="0" dirty="0"/>
            </a:br>
            <a:r>
              <a:rPr lang="en-GB" noProof="0" dirty="0"/>
              <a:t>with right mouse button &gt; send to back</a:t>
            </a:r>
          </a:p>
        </p:txBody>
      </p:sp>
    </p:spTree>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491525" y="396000"/>
            <a:ext cx="8172000" cy="576000"/>
          </a:xfrm>
        </p:spPr>
        <p:txBody>
          <a:bodyPr/>
          <a:lstStyle>
            <a:lvl1pPr>
              <a:defRPr/>
            </a:lvl1pPr>
          </a:lstStyle>
          <a:p>
            <a:r>
              <a:rPr lang="en-GB" noProof="0" dirty="0"/>
              <a:t>Click to edit title</a:t>
            </a:r>
          </a:p>
        </p:txBody>
      </p:sp>
      <p:sp>
        <p:nvSpPr>
          <p:cNvPr id="3" name="Tijdelijke aanduiding voor inhoud 2"/>
          <p:cNvSpPr>
            <a:spLocks noGrp="1"/>
          </p:cNvSpPr>
          <p:nvPr>
            <p:ph idx="1" hasCustomPrompt="1"/>
          </p:nvPr>
        </p:nvSpPr>
        <p:spPr/>
        <p:txBody>
          <a:bodyPr/>
          <a:lstStyle>
            <a:lvl1pPr>
              <a:defRPr baseline="0"/>
            </a:lvl1pPr>
          </a:lstStyle>
          <a:p>
            <a:pPr lvl="0"/>
            <a:r>
              <a:rPr lang="en-GB" noProof="0" dirty="0"/>
              <a:t>Click to edit text in bullets</a:t>
            </a:r>
          </a:p>
          <a:p>
            <a:pPr lvl="1"/>
            <a:r>
              <a:rPr lang="en-GB" noProof="0" dirty="0"/>
              <a:t>Second level text</a:t>
            </a:r>
          </a:p>
          <a:p>
            <a:pPr lvl="2"/>
            <a:r>
              <a:rPr lang="en-GB" noProof="0" dirty="0"/>
              <a:t>Third level text</a:t>
            </a:r>
          </a:p>
          <a:p>
            <a:pPr lvl="3"/>
            <a:r>
              <a:rPr lang="en-GB" noProof="0" dirty="0"/>
              <a:t>Forth level text</a:t>
            </a:r>
          </a:p>
          <a:p>
            <a:pPr lvl="4"/>
            <a:r>
              <a:rPr lang="en-GB" noProof="0" dirty="0"/>
              <a:t>Fifth level text</a:t>
            </a:r>
          </a:p>
        </p:txBody>
      </p:sp>
      <p:sp>
        <p:nvSpPr>
          <p:cNvPr id="4" name="Tijdelijke aanduiding voor datum 3"/>
          <p:cNvSpPr>
            <a:spLocks noGrp="1"/>
          </p:cNvSpPr>
          <p:nvPr>
            <p:ph type="dt" sz="half" idx="10"/>
          </p:nvPr>
        </p:nvSpPr>
        <p:spPr/>
        <p:txBody>
          <a:bodyPr/>
          <a:lstStyle/>
          <a:p>
            <a:fld id="{F10973AC-957D-C346-BA56-D82065FA2AEB}" type="datetimeFigureOut">
              <a:rPr lang="nl-NL" smtClean="0"/>
              <a:pPr/>
              <a:t>26-6-2026</a:t>
            </a:fld>
            <a:endParaRPr lang="nl-NL"/>
          </a:p>
        </p:txBody>
      </p:sp>
      <p:sp>
        <p:nvSpPr>
          <p:cNvPr id="5" name="Tijdelijke aanduiding voor voettekst 4"/>
          <p:cNvSpPr>
            <a:spLocks noGrp="1"/>
          </p:cNvSpPr>
          <p:nvPr>
            <p:ph type="ftr" sz="quarter" idx="11"/>
          </p:nvPr>
        </p:nvSpPr>
        <p:spPr/>
        <p:txBody>
          <a:bodyPr/>
          <a:lstStyle/>
          <a:p>
            <a:endParaRPr lang="nl-NL"/>
          </a:p>
        </p:txBody>
      </p:sp>
      <p:sp>
        <p:nvSpPr>
          <p:cNvPr id="6" name="Tijdelijke aanduiding voor dianummer 5"/>
          <p:cNvSpPr>
            <a:spLocks noGrp="1"/>
          </p:cNvSpPr>
          <p:nvPr>
            <p:ph type="sldNum" sz="quarter" idx="12"/>
          </p:nvPr>
        </p:nvSpPr>
        <p:spPr/>
        <p:txBody>
          <a:bodyPr/>
          <a:lstStyle/>
          <a:p>
            <a:fld id="{8C6BC05E-DB9A-EB4A-A776-575FA40369A3}" type="slidenum">
              <a:rPr lang="nl-NL" smtClean="0"/>
              <a:pPr/>
              <a:t>‹#›</a:t>
            </a:fld>
            <a:endParaRPr lang="nl-NL"/>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2">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lvl1pPr>
              <a:defRPr baseline="0"/>
            </a:lvl1pPr>
          </a:lstStyle>
          <a:p>
            <a:r>
              <a:rPr lang="en-GB" noProof="0" dirty="0"/>
              <a:t>Click to edit title</a:t>
            </a:r>
          </a:p>
        </p:txBody>
      </p:sp>
      <p:sp>
        <p:nvSpPr>
          <p:cNvPr id="3" name="Tijdelijke aanduiding voor inhoud 2"/>
          <p:cNvSpPr>
            <a:spLocks noGrp="1"/>
          </p:cNvSpPr>
          <p:nvPr>
            <p:ph idx="1" hasCustomPrompt="1"/>
          </p:nvPr>
        </p:nvSpPr>
        <p:spPr/>
        <p:txBody>
          <a:bodyPr/>
          <a:lstStyle>
            <a:lvl1pPr marL="0" indent="0">
              <a:buFontTx/>
              <a:buNone/>
              <a:defRPr/>
            </a:lvl1pPr>
            <a:lvl2pPr marL="0" indent="0">
              <a:buFontTx/>
              <a:buNone/>
              <a:defRPr/>
            </a:lvl2pPr>
            <a:lvl3pPr marL="0" indent="0">
              <a:buFontTx/>
              <a:buNone/>
              <a:defRPr/>
            </a:lvl3pPr>
            <a:lvl4pPr marL="0" indent="0">
              <a:buFontTx/>
              <a:buNone/>
              <a:defRPr/>
            </a:lvl4pPr>
            <a:lvl5pPr marL="0" indent="0">
              <a:buFontTx/>
              <a:buNone/>
              <a:defRPr baseline="0"/>
            </a:lvl5pPr>
          </a:lstStyle>
          <a:p>
            <a:pPr lvl="0"/>
            <a:r>
              <a:rPr lang="en-GB" noProof="0" dirty="0"/>
              <a:t>Click to edit text</a:t>
            </a:r>
          </a:p>
          <a:p>
            <a:pPr lvl="1"/>
            <a:r>
              <a:rPr lang="en-GB" noProof="0" dirty="0"/>
              <a:t>Second level text</a:t>
            </a:r>
          </a:p>
          <a:p>
            <a:pPr lvl="2"/>
            <a:r>
              <a:rPr lang="en-GB" noProof="0" dirty="0"/>
              <a:t>Third level text</a:t>
            </a:r>
          </a:p>
          <a:p>
            <a:pPr lvl="3"/>
            <a:r>
              <a:rPr lang="en-GB" noProof="0" dirty="0"/>
              <a:t>Forth level text</a:t>
            </a:r>
          </a:p>
          <a:p>
            <a:pPr lvl="4"/>
            <a:r>
              <a:rPr lang="en-GB" noProof="0" dirty="0"/>
              <a:t>Fifth level text</a:t>
            </a:r>
          </a:p>
        </p:txBody>
      </p:sp>
      <p:sp>
        <p:nvSpPr>
          <p:cNvPr id="4" name="Tijdelijke aanduiding voor datum 3"/>
          <p:cNvSpPr>
            <a:spLocks noGrp="1"/>
          </p:cNvSpPr>
          <p:nvPr>
            <p:ph type="dt" sz="half" idx="10"/>
          </p:nvPr>
        </p:nvSpPr>
        <p:spPr/>
        <p:txBody>
          <a:bodyPr/>
          <a:lstStyle/>
          <a:p>
            <a:fld id="{F10973AC-957D-C346-BA56-D82065FA2AEB}" type="datetimeFigureOut">
              <a:rPr lang="nl-NL" smtClean="0"/>
              <a:pPr/>
              <a:t>26-6-2026</a:t>
            </a:fld>
            <a:endParaRPr lang="nl-NL"/>
          </a:p>
        </p:txBody>
      </p:sp>
      <p:sp>
        <p:nvSpPr>
          <p:cNvPr id="5" name="Tijdelijke aanduiding voor voettekst 4"/>
          <p:cNvSpPr>
            <a:spLocks noGrp="1"/>
          </p:cNvSpPr>
          <p:nvPr>
            <p:ph type="ftr" sz="quarter" idx="11"/>
          </p:nvPr>
        </p:nvSpPr>
        <p:spPr/>
        <p:txBody>
          <a:bodyPr/>
          <a:lstStyle/>
          <a:p>
            <a:endParaRPr lang="nl-NL"/>
          </a:p>
        </p:txBody>
      </p:sp>
      <p:sp>
        <p:nvSpPr>
          <p:cNvPr id="6" name="Tijdelijke aanduiding voor dianummer 5"/>
          <p:cNvSpPr>
            <a:spLocks noGrp="1"/>
          </p:cNvSpPr>
          <p:nvPr>
            <p:ph type="sldNum" sz="quarter" idx="12"/>
          </p:nvPr>
        </p:nvSpPr>
        <p:spPr/>
        <p:txBody>
          <a:bodyPr/>
          <a:lstStyle/>
          <a:p>
            <a:fld id="{8C6BC05E-DB9A-EB4A-A776-575FA40369A3}" type="slidenum">
              <a:rPr lang="nl-NL" smtClean="0"/>
              <a:pPr/>
              <a:t>‹#›</a:t>
            </a:fld>
            <a:endParaRPr lang="nl-NL"/>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bg>
      <p:bgRef idx="1001">
        <a:schemeClr val="bg1"/>
      </p:bgRef>
    </p:bg>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lvl1pPr>
              <a:defRPr baseline="0"/>
            </a:lvl1pPr>
          </a:lstStyle>
          <a:p>
            <a:r>
              <a:rPr lang="en-GB" noProof="0" dirty="0"/>
              <a:t>Click to edit title</a:t>
            </a:r>
          </a:p>
        </p:txBody>
      </p:sp>
      <p:sp>
        <p:nvSpPr>
          <p:cNvPr id="3" name="Tijdelijke aanduiding voor inhoud 2"/>
          <p:cNvSpPr>
            <a:spLocks noGrp="1"/>
          </p:cNvSpPr>
          <p:nvPr>
            <p:ph sz="half" idx="1" hasCustomPrompt="1"/>
          </p:nvPr>
        </p:nvSpPr>
        <p:spPr>
          <a:xfrm>
            <a:off x="493200" y="972000"/>
            <a:ext cx="4014000" cy="3348000"/>
          </a:xfrm>
        </p:spPr>
        <p:txBody>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noProof="0" dirty="0"/>
              <a:t>Click to edit text in bullets</a:t>
            </a:r>
          </a:p>
          <a:p>
            <a:pPr lvl="1"/>
            <a:r>
              <a:rPr lang="en-GB" noProof="0" dirty="0"/>
              <a:t>Second level text</a:t>
            </a:r>
          </a:p>
          <a:p>
            <a:pPr lvl="2"/>
            <a:r>
              <a:rPr lang="en-GB" noProof="0" dirty="0"/>
              <a:t>Third level text</a:t>
            </a:r>
          </a:p>
          <a:p>
            <a:pPr lvl="3"/>
            <a:r>
              <a:rPr lang="en-GB" noProof="0" dirty="0"/>
              <a:t>Forth level text</a:t>
            </a:r>
          </a:p>
          <a:p>
            <a:pPr lvl="4"/>
            <a:r>
              <a:rPr lang="en-GB" noProof="0" dirty="0"/>
              <a:t>Fifth level text</a:t>
            </a:r>
          </a:p>
        </p:txBody>
      </p:sp>
      <p:sp>
        <p:nvSpPr>
          <p:cNvPr id="4" name="Tijdelijke aanduiding voor inhoud 3"/>
          <p:cNvSpPr>
            <a:spLocks noGrp="1"/>
          </p:cNvSpPr>
          <p:nvPr>
            <p:ph sz="half" idx="2" hasCustomPrompt="1"/>
          </p:nvPr>
        </p:nvSpPr>
        <p:spPr>
          <a:xfrm>
            <a:off x="4648201" y="971999"/>
            <a:ext cx="4015325" cy="3348000"/>
          </a:xfrm>
        </p:spPr>
        <p:txBody>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GB" noProof="0" dirty="0"/>
              <a:t>Click to edit text in bullets</a:t>
            </a:r>
          </a:p>
          <a:p>
            <a:pPr lvl="1"/>
            <a:r>
              <a:rPr lang="en-GB" noProof="0" dirty="0"/>
              <a:t>Second level text</a:t>
            </a:r>
          </a:p>
          <a:p>
            <a:pPr lvl="2"/>
            <a:r>
              <a:rPr lang="en-GB" noProof="0" dirty="0"/>
              <a:t>Third level text</a:t>
            </a:r>
          </a:p>
          <a:p>
            <a:pPr lvl="3"/>
            <a:r>
              <a:rPr lang="en-GB" noProof="0" dirty="0"/>
              <a:t>Forth level text</a:t>
            </a:r>
          </a:p>
          <a:p>
            <a:pPr lvl="4"/>
            <a:r>
              <a:rPr lang="en-GB" noProof="0" dirty="0"/>
              <a:t>Fifth level text</a:t>
            </a:r>
          </a:p>
        </p:txBody>
      </p:sp>
      <p:sp>
        <p:nvSpPr>
          <p:cNvPr id="5" name="Tijdelijke aanduiding voor datum 4"/>
          <p:cNvSpPr>
            <a:spLocks noGrp="1"/>
          </p:cNvSpPr>
          <p:nvPr>
            <p:ph type="dt" sz="half" idx="10"/>
          </p:nvPr>
        </p:nvSpPr>
        <p:spPr/>
        <p:txBody>
          <a:bodyPr/>
          <a:lstStyle/>
          <a:p>
            <a:fld id="{F10973AC-957D-C346-BA56-D82065FA2AEB}" type="datetimeFigureOut">
              <a:rPr lang="nl-NL" smtClean="0"/>
              <a:pPr/>
              <a:t>26-6-2026</a:t>
            </a:fld>
            <a:endParaRPr lang="nl-NL"/>
          </a:p>
        </p:txBody>
      </p:sp>
      <p:sp>
        <p:nvSpPr>
          <p:cNvPr id="6" name="Tijdelijke aanduiding voor voettekst 5"/>
          <p:cNvSpPr>
            <a:spLocks noGrp="1"/>
          </p:cNvSpPr>
          <p:nvPr>
            <p:ph type="ftr" sz="quarter" idx="11"/>
          </p:nvPr>
        </p:nvSpPr>
        <p:spPr/>
        <p:txBody>
          <a:bodyPr/>
          <a:lstStyle/>
          <a:p>
            <a:endParaRPr lang="nl-NL"/>
          </a:p>
        </p:txBody>
      </p:sp>
      <p:sp>
        <p:nvSpPr>
          <p:cNvPr id="7" name="Tijdelijke aanduiding voor dianummer 6"/>
          <p:cNvSpPr>
            <a:spLocks noGrp="1"/>
          </p:cNvSpPr>
          <p:nvPr>
            <p:ph type="sldNum" sz="quarter" idx="12"/>
          </p:nvPr>
        </p:nvSpPr>
        <p:spPr/>
        <p:txBody>
          <a:bodyPr/>
          <a:lstStyle/>
          <a:p>
            <a:fld id="{8C6BC05E-DB9A-EB4A-A776-575FA40369A3}" type="slidenum">
              <a:rPr lang="nl-NL" smtClean="0"/>
              <a:pPr/>
              <a:t>‹#›</a:t>
            </a:fld>
            <a:endParaRPr lang="nl-NL"/>
          </a:p>
        </p:txBody>
      </p:sp>
    </p:spTree>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bg>
      <p:bgRef idx="1001">
        <a:schemeClr val="bg1"/>
      </p:bgRef>
    </p:bg>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lvl1pPr>
              <a:defRPr/>
            </a:lvl1pPr>
          </a:lstStyle>
          <a:p>
            <a:r>
              <a:rPr lang="en-GB" noProof="0" dirty="0"/>
              <a:t>Click to edit title</a:t>
            </a:r>
          </a:p>
        </p:txBody>
      </p:sp>
      <p:sp>
        <p:nvSpPr>
          <p:cNvPr id="3" name="Tijdelijke aanduiding voor tekst 2"/>
          <p:cNvSpPr>
            <a:spLocks noGrp="1"/>
          </p:cNvSpPr>
          <p:nvPr>
            <p:ph type="body" idx="1" hasCustomPrompt="1"/>
          </p:nvPr>
        </p:nvSpPr>
        <p:spPr>
          <a:xfrm>
            <a:off x="493200" y="972000"/>
            <a:ext cx="3997924" cy="324000"/>
          </a:xfrm>
        </p:spPr>
        <p:txBody>
          <a:bodyPr anchor="t" anchorCtr="0"/>
          <a:lstStyle>
            <a:lvl1pPr marL="0" indent="0">
              <a:buNone/>
              <a:defRPr sz="1800" b="0" i="0">
                <a:latin typeface="Museo Sans 900"/>
                <a:cs typeface="Museo Sans 90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noProof="0" dirty="0"/>
              <a:t>Click tot edit text</a:t>
            </a:r>
          </a:p>
        </p:txBody>
      </p:sp>
      <p:sp>
        <p:nvSpPr>
          <p:cNvPr id="4" name="Tijdelijke aanduiding voor inhoud 3"/>
          <p:cNvSpPr>
            <a:spLocks noGrp="1"/>
          </p:cNvSpPr>
          <p:nvPr>
            <p:ph sz="half" idx="2" hasCustomPrompt="1"/>
          </p:nvPr>
        </p:nvSpPr>
        <p:spPr>
          <a:xfrm>
            <a:off x="491524" y="1296000"/>
            <a:ext cx="3999600" cy="3024000"/>
          </a:xfrm>
        </p:spPr>
        <p:txBody>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GB" noProof="0" dirty="0"/>
              <a:t>Click to edit text in bullets</a:t>
            </a:r>
          </a:p>
          <a:p>
            <a:pPr lvl="1"/>
            <a:r>
              <a:rPr lang="en-GB" noProof="0" dirty="0"/>
              <a:t>Second level text</a:t>
            </a:r>
          </a:p>
          <a:p>
            <a:pPr lvl="2"/>
            <a:r>
              <a:rPr lang="en-GB" noProof="0" dirty="0"/>
              <a:t>Third level text</a:t>
            </a:r>
          </a:p>
          <a:p>
            <a:pPr lvl="3"/>
            <a:r>
              <a:rPr lang="en-GB" noProof="0" dirty="0"/>
              <a:t>Forth level text</a:t>
            </a:r>
          </a:p>
          <a:p>
            <a:pPr lvl="4"/>
            <a:r>
              <a:rPr lang="en-GB" noProof="0" dirty="0"/>
              <a:t>Fifth level text</a:t>
            </a:r>
          </a:p>
        </p:txBody>
      </p:sp>
      <p:sp>
        <p:nvSpPr>
          <p:cNvPr id="5" name="Tijdelijke aanduiding voor tekst 4"/>
          <p:cNvSpPr>
            <a:spLocks noGrp="1"/>
          </p:cNvSpPr>
          <p:nvPr>
            <p:ph type="body" sz="quarter" idx="3" hasCustomPrompt="1"/>
          </p:nvPr>
        </p:nvSpPr>
        <p:spPr>
          <a:xfrm>
            <a:off x="4645026" y="972000"/>
            <a:ext cx="4014000" cy="324000"/>
          </a:xfrm>
        </p:spPr>
        <p:txBody>
          <a:bodyPr anchor="t" anchorCtr="0"/>
          <a:lstStyle>
            <a:lvl1pPr marL="0" indent="0">
              <a:buNone/>
              <a:defRPr sz="1800" b="0" i="0">
                <a:latin typeface="Museo Sans 900"/>
                <a:cs typeface="Museo Sans 90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noProof="0" dirty="0"/>
              <a:t>Click tot edit text</a:t>
            </a:r>
          </a:p>
        </p:txBody>
      </p:sp>
      <p:sp>
        <p:nvSpPr>
          <p:cNvPr id="6" name="Tijdelijke aanduiding voor inhoud 5"/>
          <p:cNvSpPr>
            <a:spLocks noGrp="1"/>
          </p:cNvSpPr>
          <p:nvPr>
            <p:ph sz="quarter" idx="4" hasCustomPrompt="1"/>
          </p:nvPr>
        </p:nvSpPr>
        <p:spPr>
          <a:xfrm>
            <a:off x="4645025" y="1296000"/>
            <a:ext cx="4014000" cy="3024000"/>
          </a:xfrm>
        </p:spPr>
        <p:txBody>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GB" noProof="0" dirty="0"/>
              <a:t>Click to edit text in bullets</a:t>
            </a:r>
          </a:p>
          <a:p>
            <a:pPr lvl="1"/>
            <a:r>
              <a:rPr lang="en-GB" noProof="0" dirty="0"/>
              <a:t>Second level text</a:t>
            </a:r>
          </a:p>
          <a:p>
            <a:pPr lvl="2"/>
            <a:r>
              <a:rPr lang="en-GB" noProof="0" dirty="0"/>
              <a:t>Third level text</a:t>
            </a:r>
          </a:p>
          <a:p>
            <a:pPr lvl="3"/>
            <a:r>
              <a:rPr lang="en-GB" noProof="0" dirty="0"/>
              <a:t>Forth level text</a:t>
            </a:r>
          </a:p>
          <a:p>
            <a:pPr lvl="4"/>
            <a:r>
              <a:rPr lang="en-GB" noProof="0" dirty="0"/>
              <a:t>Fifth level text</a:t>
            </a:r>
          </a:p>
        </p:txBody>
      </p:sp>
      <p:sp>
        <p:nvSpPr>
          <p:cNvPr id="7" name="Tijdelijke aanduiding voor datum 6"/>
          <p:cNvSpPr>
            <a:spLocks noGrp="1"/>
          </p:cNvSpPr>
          <p:nvPr>
            <p:ph type="dt" sz="half" idx="10"/>
          </p:nvPr>
        </p:nvSpPr>
        <p:spPr/>
        <p:txBody>
          <a:bodyPr/>
          <a:lstStyle/>
          <a:p>
            <a:fld id="{F10973AC-957D-C346-BA56-D82065FA2AEB}" type="datetimeFigureOut">
              <a:rPr lang="nl-NL" smtClean="0"/>
              <a:pPr/>
              <a:t>26-6-2026</a:t>
            </a:fld>
            <a:endParaRPr lang="nl-NL"/>
          </a:p>
        </p:txBody>
      </p:sp>
      <p:sp>
        <p:nvSpPr>
          <p:cNvPr id="8" name="Tijdelijke aanduiding voor voettekst 7"/>
          <p:cNvSpPr>
            <a:spLocks noGrp="1"/>
          </p:cNvSpPr>
          <p:nvPr>
            <p:ph type="ftr" sz="quarter" idx="11"/>
          </p:nvPr>
        </p:nvSpPr>
        <p:spPr/>
        <p:txBody>
          <a:bodyPr/>
          <a:lstStyle/>
          <a:p>
            <a:endParaRPr lang="nl-NL"/>
          </a:p>
        </p:txBody>
      </p:sp>
      <p:sp>
        <p:nvSpPr>
          <p:cNvPr id="9" name="Tijdelijke aanduiding voor dianummer 8"/>
          <p:cNvSpPr>
            <a:spLocks noGrp="1"/>
          </p:cNvSpPr>
          <p:nvPr>
            <p:ph type="sldNum" sz="quarter" idx="12"/>
          </p:nvPr>
        </p:nvSpPr>
        <p:spPr/>
        <p:txBody>
          <a:bodyPr/>
          <a:lstStyle/>
          <a:p>
            <a:fld id="{8C6BC05E-DB9A-EB4A-A776-575FA40369A3}" type="slidenum">
              <a:rPr lang="nl-NL" smtClean="0"/>
              <a:pPr/>
              <a:t>‹#›</a:t>
            </a:fld>
            <a:endParaRPr lang="nl-NL"/>
          </a:p>
        </p:txBody>
      </p:sp>
    </p:spTree>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xt with Picture">
    <p:bg>
      <p:bgRef idx="1001">
        <a:schemeClr val="bg1"/>
      </p:bgRef>
    </p:bg>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491526" y="396000"/>
            <a:ext cx="3999599" cy="576000"/>
          </a:xfrm>
        </p:spPr>
        <p:txBody>
          <a:bodyPr/>
          <a:lstStyle>
            <a:lvl1pPr>
              <a:defRPr/>
            </a:lvl1pPr>
          </a:lstStyle>
          <a:p>
            <a:r>
              <a:rPr lang="en-GB" noProof="0" dirty="0"/>
              <a:t>Click to edit title</a:t>
            </a:r>
          </a:p>
        </p:txBody>
      </p:sp>
      <p:sp>
        <p:nvSpPr>
          <p:cNvPr id="3" name="Tijdelijke aanduiding voor tekst 2"/>
          <p:cNvSpPr>
            <a:spLocks noGrp="1"/>
          </p:cNvSpPr>
          <p:nvPr>
            <p:ph type="body" idx="1" hasCustomPrompt="1"/>
          </p:nvPr>
        </p:nvSpPr>
        <p:spPr>
          <a:xfrm>
            <a:off x="493200" y="972000"/>
            <a:ext cx="3997924" cy="324000"/>
          </a:xfrm>
        </p:spPr>
        <p:txBody>
          <a:bodyPr anchor="t" anchorCtr="0"/>
          <a:lstStyle>
            <a:lvl1pPr marL="0" indent="0">
              <a:buNone/>
              <a:defRPr sz="1800" b="0" i="0">
                <a:latin typeface="Museo Sans 900"/>
                <a:cs typeface="Museo Sans 90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noProof="0" dirty="0"/>
              <a:t>Click to edit text</a:t>
            </a:r>
          </a:p>
        </p:txBody>
      </p:sp>
      <p:sp>
        <p:nvSpPr>
          <p:cNvPr id="4" name="Tijdelijke aanduiding voor inhoud 3"/>
          <p:cNvSpPr>
            <a:spLocks noGrp="1"/>
          </p:cNvSpPr>
          <p:nvPr>
            <p:ph sz="half" idx="2" hasCustomPrompt="1"/>
          </p:nvPr>
        </p:nvSpPr>
        <p:spPr>
          <a:xfrm>
            <a:off x="491524" y="1296000"/>
            <a:ext cx="3999600" cy="3024000"/>
          </a:xfrm>
        </p:spPr>
        <p:txBody>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GB" noProof="0" dirty="0"/>
              <a:t>Click to edit text in bullets</a:t>
            </a:r>
          </a:p>
          <a:p>
            <a:pPr lvl="1"/>
            <a:r>
              <a:rPr lang="en-GB" noProof="0" dirty="0"/>
              <a:t>Second level text</a:t>
            </a:r>
          </a:p>
          <a:p>
            <a:pPr lvl="2"/>
            <a:r>
              <a:rPr lang="en-GB" noProof="0" dirty="0"/>
              <a:t>Third level text</a:t>
            </a:r>
          </a:p>
          <a:p>
            <a:pPr lvl="3"/>
            <a:r>
              <a:rPr lang="en-GB" noProof="0" dirty="0"/>
              <a:t>Forth level text</a:t>
            </a:r>
          </a:p>
          <a:p>
            <a:pPr lvl="4"/>
            <a:r>
              <a:rPr lang="en-GB" noProof="0" dirty="0"/>
              <a:t>Fifth level text</a:t>
            </a:r>
          </a:p>
        </p:txBody>
      </p:sp>
      <p:sp>
        <p:nvSpPr>
          <p:cNvPr id="7" name="Tijdelijke aanduiding voor datum 6"/>
          <p:cNvSpPr>
            <a:spLocks noGrp="1"/>
          </p:cNvSpPr>
          <p:nvPr>
            <p:ph type="dt" sz="half" idx="10"/>
          </p:nvPr>
        </p:nvSpPr>
        <p:spPr/>
        <p:txBody>
          <a:bodyPr/>
          <a:lstStyle/>
          <a:p>
            <a:fld id="{F10973AC-957D-C346-BA56-D82065FA2AEB}" type="datetimeFigureOut">
              <a:rPr lang="nl-NL" smtClean="0"/>
              <a:pPr/>
              <a:t>26-6-2026</a:t>
            </a:fld>
            <a:endParaRPr lang="nl-NL"/>
          </a:p>
        </p:txBody>
      </p:sp>
      <p:sp>
        <p:nvSpPr>
          <p:cNvPr id="8" name="Tijdelijke aanduiding voor voettekst 7"/>
          <p:cNvSpPr>
            <a:spLocks noGrp="1"/>
          </p:cNvSpPr>
          <p:nvPr>
            <p:ph type="ftr" sz="quarter" idx="11"/>
          </p:nvPr>
        </p:nvSpPr>
        <p:spPr/>
        <p:txBody>
          <a:bodyPr/>
          <a:lstStyle/>
          <a:p>
            <a:endParaRPr lang="nl-NL"/>
          </a:p>
        </p:txBody>
      </p:sp>
      <p:sp>
        <p:nvSpPr>
          <p:cNvPr id="9" name="Tijdelijke aanduiding voor dianummer 8"/>
          <p:cNvSpPr>
            <a:spLocks noGrp="1"/>
          </p:cNvSpPr>
          <p:nvPr>
            <p:ph type="sldNum" sz="quarter" idx="12"/>
          </p:nvPr>
        </p:nvSpPr>
        <p:spPr/>
        <p:txBody>
          <a:bodyPr/>
          <a:lstStyle/>
          <a:p>
            <a:fld id="{8C6BC05E-DB9A-EB4A-A776-575FA40369A3}" type="slidenum">
              <a:rPr lang="nl-NL" smtClean="0"/>
              <a:pPr/>
              <a:t>‹#›</a:t>
            </a:fld>
            <a:endParaRPr lang="nl-NL"/>
          </a:p>
        </p:txBody>
      </p:sp>
      <p:sp>
        <p:nvSpPr>
          <p:cNvPr id="10" name="Tijdelijke aanduiding voor afbeelding 2"/>
          <p:cNvSpPr>
            <a:spLocks noGrp="1"/>
          </p:cNvSpPr>
          <p:nvPr>
            <p:ph type="pic" idx="13" hasCustomPrompt="1"/>
          </p:nvPr>
        </p:nvSpPr>
        <p:spPr>
          <a:xfrm>
            <a:off x="4643999" y="396000"/>
            <a:ext cx="4014000" cy="3816000"/>
          </a:xfrm>
          <a:solidFill>
            <a:schemeClr val="bg1">
              <a:lumMod val="85000"/>
            </a:schemeClr>
          </a:solidFill>
        </p:spPr>
        <p:txBody>
          <a:bodyPr tIns="180000"/>
          <a:lstStyle>
            <a:lvl1pPr marL="0" indent="0" algn="ctr">
              <a:buNone/>
              <a:defRPr sz="1600" baseline="0">
                <a:solidFill>
                  <a:schemeClr val="bg1">
                    <a:lumMod val="50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noProof="0" dirty="0"/>
              <a:t>Click on the icon to</a:t>
            </a:r>
            <a:br>
              <a:rPr lang="en-GB" noProof="0" dirty="0"/>
            </a:br>
            <a:r>
              <a:rPr lang="en-GB" noProof="0" dirty="0"/>
              <a:t>insert a picture</a:t>
            </a:r>
          </a:p>
        </p:txBody>
      </p:sp>
    </p:spTree>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xt with 2 Pictures">
    <p:bg>
      <p:bgRef idx="1001">
        <a:schemeClr val="bg1"/>
      </p:bgRef>
    </p:bg>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491526" y="396000"/>
            <a:ext cx="3999599" cy="576000"/>
          </a:xfrm>
        </p:spPr>
        <p:txBody>
          <a:bodyPr/>
          <a:lstStyle>
            <a:lvl1pPr>
              <a:defRPr baseline="0"/>
            </a:lvl1pPr>
          </a:lstStyle>
          <a:p>
            <a:r>
              <a:rPr lang="en-GB" noProof="0" dirty="0"/>
              <a:t>Click to edit title</a:t>
            </a:r>
          </a:p>
        </p:txBody>
      </p:sp>
      <p:sp>
        <p:nvSpPr>
          <p:cNvPr id="3" name="Tijdelijke aanduiding voor tekst 2"/>
          <p:cNvSpPr>
            <a:spLocks noGrp="1"/>
          </p:cNvSpPr>
          <p:nvPr>
            <p:ph type="body" idx="1" hasCustomPrompt="1"/>
          </p:nvPr>
        </p:nvSpPr>
        <p:spPr>
          <a:xfrm>
            <a:off x="491524" y="972000"/>
            <a:ext cx="3999600" cy="324000"/>
          </a:xfrm>
        </p:spPr>
        <p:txBody>
          <a:bodyPr anchor="t" anchorCtr="0"/>
          <a:lstStyle>
            <a:lvl1pPr marL="0" indent="0">
              <a:buNone/>
              <a:defRPr sz="1800" b="0" i="0">
                <a:solidFill>
                  <a:schemeClr val="tx1"/>
                </a:solidFill>
                <a:latin typeface="Museo Sans 900"/>
                <a:cs typeface="Museo Sans 90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noProof="0" dirty="0"/>
              <a:t>Click to edit text</a:t>
            </a:r>
          </a:p>
        </p:txBody>
      </p:sp>
      <p:sp>
        <p:nvSpPr>
          <p:cNvPr id="4" name="Tijdelijke aanduiding voor inhoud 3"/>
          <p:cNvSpPr>
            <a:spLocks noGrp="1"/>
          </p:cNvSpPr>
          <p:nvPr>
            <p:ph sz="half" idx="2" hasCustomPrompt="1"/>
          </p:nvPr>
        </p:nvSpPr>
        <p:spPr>
          <a:xfrm>
            <a:off x="491524" y="1296000"/>
            <a:ext cx="3999600" cy="3024000"/>
          </a:xfrm>
        </p:spPr>
        <p:txBody>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GB" noProof="0" dirty="0"/>
              <a:t>Click to edit text in bullets</a:t>
            </a:r>
          </a:p>
          <a:p>
            <a:pPr lvl="1"/>
            <a:r>
              <a:rPr lang="en-GB" noProof="0" dirty="0"/>
              <a:t>Second level text</a:t>
            </a:r>
          </a:p>
          <a:p>
            <a:pPr lvl="2"/>
            <a:r>
              <a:rPr lang="en-GB" noProof="0" dirty="0"/>
              <a:t>Third level text</a:t>
            </a:r>
          </a:p>
          <a:p>
            <a:pPr lvl="3"/>
            <a:r>
              <a:rPr lang="en-GB" noProof="0" dirty="0"/>
              <a:t>Forth level text</a:t>
            </a:r>
          </a:p>
          <a:p>
            <a:pPr lvl="4"/>
            <a:r>
              <a:rPr lang="en-GB" noProof="0" dirty="0"/>
              <a:t>Fifth level text</a:t>
            </a:r>
          </a:p>
        </p:txBody>
      </p:sp>
      <p:sp>
        <p:nvSpPr>
          <p:cNvPr id="7" name="Tijdelijke aanduiding voor datum 6"/>
          <p:cNvSpPr>
            <a:spLocks noGrp="1"/>
          </p:cNvSpPr>
          <p:nvPr>
            <p:ph type="dt" sz="half" idx="10"/>
          </p:nvPr>
        </p:nvSpPr>
        <p:spPr/>
        <p:txBody>
          <a:bodyPr/>
          <a:lstStyle/>
          <a:p>
            <a:fld id="{F10973AC-957D-C346-BA56-D82065FA2AEB}" type="datetimeFigureOut">
              <a:rPr lang="nl-NL" smtClean="0"/>
              <a:pPr/>
              <a:t>26-6-2026</a:t>
            </a:fld>
            <a:endParaRPr lang="nl-NL" dirty="0"/>
          </a:p>
        </p:txBody>
      </p:sp>
      <p:sp>
        <p:nvSpPr>
          <p:cNvPr id="8" name="Tijdelijke aanduiding voor voettekst 7"/>
          <p:cNvSpPr>
            <a:spLocks noGrp="1"/>
          </p:cNvSpPr>
          <p:nvPr>
            <p:ph type="ftr" sz="quarter" idx="11"/>
          </p:nvPr>
        </p:nvSpPr>
        <p:spPr/>
        <p:txBody>
          <a:bodyPr/>
          <a:lstStyle/>
          <a:p>
            <a:endParaRPr lang="nl-NL" dirty="0"/>
          </a:p>
        </p:txBody>
      </p:sp>
      <p:sp>
        <p:nvSpPr>
          <p:cNvPr id="9" name="Tijdelijke aanduiding voor dianummer 8"/>
          <p:cNvSpPr>
            <a:spLocks noGrp="1"/>
          </p:cNvSpPr>
          <p:nvPr>
            <p:ph type="sldNum" sz="quarter" idx="12"/>
          </p:nvPr>
        </p:nvSpPr>
        <p:spPr/>
        <p:txBody>
          <a:bodyPr/>
          <a:lstStyle/>
          <a:p>
            <a:fld id="{8C6BC05E-DB9A-EB4A-A776-575FA40369A3}" type="slidenum">
              <a:rPr lang="nl-NL" smtClean="0"/>
              <a:pPr/>
              <a:t>‹#›</a:t>
            </a:fld>
            <a:endParaRPr lang="nl-NL"/>
          </a:p>
        </p:txBody>
      </p:sp>
      <p:sp>
        <p:nvSpPr>
          <p:cNvPr id="10" name="Tijdelijke aanduiding voor afbeelding 2"/>
          <p:cNvSpPr>
            <a:spLocks noGrp="1"/>
          </p:cNvSpPr>
          <p:nvPr>
            <p:ph type="pic" idx="13" hasCustomPrompt="1"/>
          </p:nvPr>
        </p:nvSpPr>
        <p:spPr>
          <a:xfrm>
            <a:off x="4643999" y="396000"/>
            <a:ext cx="4014000" cy="1836000"/>
          </a:xfrm>
          <a:solidFill>
            <a:schemeClr val="bg1">
              <a:lumMod val="85000"/>
            </a:schemeClr>
          </a:solidFill>
        </p:spPr>
        <p:txBody>
          <a:bodyPr tIns="180000"/>
          <a:lstStyle>
            <a:lvl1pPr marL="0" indent="0" algn="ctr">
              <a:buNone/>
              <a:defRPr sz="1600" baseline="0">
                <a:solidFill>
                  <a:schemeClr val="bg1">
                    <a:lumMod val="50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noProof="0" dirty="0"/>
              <a:t>Click on the icon to </a:t>
            </a:r>
            <a:br>
              <a:rPr lang="en-GB" noProof="0" dirty="0"/>
            </a:br>
            <a:r>
              <a:rPr lang="en-GB" noProof="0" dirty="0"/>
              <a:t>insert a picture</a:t>
            </a:r>
          </a:p>
          <a:p>
            <a:endParaRPr lang="nl-NL" dirty="0"/>
          </a:p>
        </p:txBody>
      </p:sp>
      <p:sp>
        <p:nvSpPr>
          <p:cNvPr id="11" name="Tijdelijke aanduiding voor afbeelding 2"/>
          <p:cNvSpPr>
            <a:spLocks noGrp="1"/>
          </p:cNvSpPr>
          <p:nvPr>
            <p:ph type="pic" idx="14" hasCustomPrompt="1"/>
          </p:nvPr>
        </p:nvSpPr>
        <p:spPr>
          <a:xfrm>
            <a:off x="4643999" y="2376000"/>
            <a:ext cx="4014000" cy="1836000"/>
          </a:xfrm>
          <a:solidFill>
            <a:schemeClr val="bg1">
              <a:lumMod val="85000"/>
            </a:schemeClr>
          </a:solidFill>
        </p:spPr>
        <p:txBody>
          <a:bodyPr tIns="180000"/>
          <a:lstStyle>
            <a:lvl1pPr marL="0" indent="0" algn="ctr">
              <a:buNone/>
              <a:defRPr sz="1600">
                <a:solidFill>
                  <a:schemeClr val="bg1">
                    <a:lumMod val="50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noProof="0" dirty="0"/>
              <a:t>Click on the icon to </a:t>
            </a:r>
            <a:br>
              <a:rPr lang="en-GB" noProof="0" dirty="0"/>
            </a:br>
            <a:r>
              <a:rPr lang="en-GB" noProof="0" dirty="0"/>
              <a:t>insert a picture</a:t>
            </a:r>
          </a:p>
        </p:txBody>
      </p:sp>
    </p:spTree>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lvl1pPr>
              <a:defRPr/>
            </a:lvl1pPr>
          </a:lstStyle>
          <a:p>
            <a:r>
              <a:rPr lang="en-GB" noProof="0" dirty="0"/>
              <a:t>Click to edit title</a:t>
            </a:r>
          </a:p>
        </p:txBody>
      </p:sp>
      <p:sp>
        <p:nvSpPr>
          <p:cNvPr id="3" name="Tijdelijke aanduiding voor datum 2"/>
          <p:cNvSpPr>
            <a:spLocks noGrp="1"/>
          </p:cNvSpPr>
          <p:nvPr>
            <p:ph type="dt" sz="half" idx="10"/>
          </p:nvPr>
        </p:nvSpPr>
        <p:spPr/>
        <p:txBody>
          <a:bodyPr/>
          <a:lstStyle/>
          <a:p>
            <a:fld id="{F10973AC-957D-C346-BA56-D82065FA2AEB}" type="datetimeFigureOut">
              <a:rPr lang="nl-NL" smtClean="0"/>
              <a:pPr/>
              <a:t>26-6-2026</a:t>
            </a:fld>
            <a:endParaRPr lang="nl-NL"/>
          </a:p>
        </p:txBody>
      </p:sp>
      <p:sp>
        <p:nvSpPr>
          <p:cNvPr id="4" name="Tijdelijke aanduiding voor voettekst 3"/>
          <p:cNvSpPr>
            <a:spLocks noGrp="1"/>
          </p:cNvSpPr>
          <p:nvPr>
            <p:ph type="ftr" sz="quarter" idx="11"/>
          </p:nvPr>
        </p:nvSpPr>
        <p:spPr/>
        <p:txBody>
          <a:bodyPr/>
          <a:lstStyle/>
          <a:p>
            <a:endParaRPr lang="nl-NL"/>
          </a:p>
        </p:txBody>
      </p:sp>
      <p:sp>
        <p:nvSpPr>
          <p:cNvPr id="5" name="Tijdelijke aanduiding voor dianummer 4"/>
          <p:cNvSpPr>
            <a:spLocks noGrp="1"/>
          </p:cNvSpPr>
          <p:nvPr>
            <p:ph type="sldNum" sz="quarter" idx="12"/>
          </p:nvPr>
        </p:nvSpPr>
        <p:spPr/>
        <p:txBody>
          <a:bodyPr/>
          <a:lstStyle/>
          <a:p>
            <a:fld id="{8C6BC05E-DB9A-EB4A-A776-575FA40369A3}" type="slidenum">
              <a:rPr lang="nl-NL" smtClean="0"/>
              <a:pPr/>
              <a:t>‹#›</a:t>
            </a:fld>
            <a:endParaRPr lang="nl-NL"/>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Tijdelijke aanduiding voor datum 1"/>
          <p:cNvSpPr>
            <a:spLocks noGrp="1"/>
          </p:cNvSpPr>
          <p:nvPr>
            <p:ph type="dt" sz="half" idx="10"/>
          </p:nvPr>
        </p:nvSpPr>
        <p:spPr/>
        <p:txBody>
          <a:bodyPr/>
          <a:lstStyle/>
          <a:p>
            <a:fld id="{F10973AC-957D-C346-BA56-D82065FA2AEB}" type="datetimeFigureOut">
              <a:rPr lang="nl-NL" smtClean="0"/>
              <a:pPr/>
              <a:t>26-6-2026</a:t>
            </a:fld>
            <a:endParaRPr lang="nl-NL"/>
          </a:p>
        </p:txBody>
      </p:sp>
      <p:sp>
        <p:nvSpPr>
          <p:cNvPr id="3" name="Tijdelijke aanduiding voor voettekst 2"/>
          <p:cNvSpPr>
            <a:spLocks noGrp="1"/>
          </p:cNvSpPr>
          <p:nvPr>
            <p:ph type="ftr" sz="quarter" idx="11"/>
          </p:nvPr>
        </p:nvSpPr>
        <p:spPr/>
        <p:txBody>
          <a:bodyPr/>
          <a:lstStyle/>
          <a:p>
            <a:endParaRPr lang="nl-NL"/>
          </a:p>
        </p:txBody>
      </p:sp>
      <p:sp>
        <p:nvSpPr>
          <p:cNvPr id="4" name="Tijdelijke aanduiding voor dianummer 3"/>
          <p:cNvSpPr>
            <a:spLocks noGrp="1"/>
          </p:cNvSpPr>
          <p:nvPr>
            <p:ph type="sldNum" sz="quarter" idx="12"/>
          </p:nvPr>
        </p:nvSpPr>
        <p:spPr/>
        <p:txBody>
          <a:bodyPr/>
          <a:lstStyle/>
          <a:p>
            <a:fld id="{8C6BC05E-DB9A-EB4A-A776-575FA40369A3}" type="slidenum">
              <a:rPr lang="nl-NL" smtClean="0"/>
              <a:pPr/>
              <a:t>‹#›</a:t>
            </a:fld>
            <a:endParaRPr lang="nl-NL"/>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Picture with Caption">
    <p:bg>
      <p:bgRef idx="1001">
        <a:schemeClr val="bg1"/>
      </p:bgRef>
    </p:bg>
    <p:spTree>
      <p:nvGrpSpPr>
        <p:cNvPr id="1" name=""/>
        <p:cNvGrpSpPr/>
        <p:nvPr/>
      </p:nvGrpSpPr>
      <p:grpSpPr>
        <a:xfrm>
          <a:off x="0" y="0"/>
          <a:ext cx="0" cy="0"/>
          <a:chOff x="0" y="0"/>
          <a:chExt cx="0" cy="0"/>
        </a:xfrm>
      </p:grpSpPr>
      <p:sp>
        <p:nvSpPr>
          <p:cNvPr id="3" name="Tijdelijke aanduiding voor afbeelding 2"/>
          <p:cNvSpPr>
            <a:spLocks noGrp="1"/>
          </p:cNvSpPr>
          <p:nvPr>
            <p:ph type="pic" idx="1" hasCustomPrompt="1"/>
          </p:nvPr>
        </p:nvSpPr>
        <p:spPr>
          <a:xfrm>
            <a:off x="491525" y="792000"/>
            <a:ext cx="8172000" cy="3418613"/>
          </a:xfrm>
          <a:solidFill>
            <a:schemeClr val="bg1">
              <a:lumMod val="85000"/>
            </a:schemeClr>
          </a:solidFill>
        </p:spPr>
        <p:txBody>
          <a:bodyPr tIns="180000"/>
          <a:lstStyle>
            <a:lvl1pPr marL="0" indent="0" algn="ctr">
              <a:buNone/>
              <a:defRPr sz="1600">
                <a:solidFill>
                  <a:schemeClr val="bg1">
                    <a:lumMod val="50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noProof="0" dirty="0"/>
              <a:t>Click on the icon to</a:t>
            </a:r>
            <a:br>
              <a:rPr lang="en-GB" noProof="0" dirty="0"/>
            </a:br>
            <a:r>
              <a:rPr lang="en-GB" noProof="0" dirty="0"/>
              <a:t>insert a picture</a:t>
            </a:r>
          </a:p>
        </p:txBody>
      </p:sp>
      <p:sp>
        <p:nvSpPr>
          <p:cNvPr id="2" name="Titel 1"/>
          <p:cNvSpPr>
            <a:spLocks noGrp="1"/>
          </p:cNvSpPr>
          <p:nvPr>
            <p:ph type="title" hasCustomPrompt="1"/>
          </p:nvPr>
        </p:nvSpPr>
        <p:spPr>
          <a:xfrm>
            <a:off x="491525" y="396000"/>
            <a:ext cx="8172000" cy="396000"/>
          </a:xfrm>
        </p:spPr>
        <p:txBody>
          <a:bodyPr anchor="t" anchorCtr="0"/>
          <a:lstStyle>
            <a:lvl1pPr algn="l">
              <a:lnSpc>
                <a:spcPts val="2500"/>
              </a:lnSpc>
              <a:defRPr sz="2000" b="1" baseline="0">
                <a:solidFill>
                  <a:schemeClr val="tx1"/>
                </a:solidFill>
                <a:latin typeface="+mj-lt"/>
              </a:defRPr>
            </a:lvl1pPr>
          </a:lstStyle>
          <a:p>
            <a:r>
              <a:rPr lang="en-GB" noProof="0" dirty="0"/>
              <a:t>Click to edit title</a:t>
            </a:r>
          </a:p>
        </p:txBody>
      </p:sp>
      <p:sp>
        <p:nvSpPr>
          <p:cNvPr id="5" name="Tijdelijke aanduiding voor datum 4"/>
          <p:cNvSpPr>
            <a:spLocks noGrp="1"/>
          </p:cNvSpPr>
          <p:nvPr>
            <p:ph type="dt" sz="half" idx="10"/>
          </p:nvPr>
        </p:nvSpPr>
        <p:spPr/>
        <p:txBody>
          <a:bodyPr/>
          <a:lstStyle/>
          <a:p>
            <a:fld id="{F10973AC-957D-C346-BA56-D82065FA2AEB}" type="datetimeFigureOut">
              <a:rPr lang="nl-NL" smtClean="0"/>
              <a:pPr/>
              <a:t>26-6-2026</a:t>
            </a:fld>
            <a:endParaRPr lang="nl-NL"/>
          </a:p>
        </p:txBody>
      </p:sp>
      <p:sp>
        <p:nvSpPr>
          <p:cNvPr id="6" name="Tijdelijke aanduiding voor voettekst 5"/>
          <p:cNvSpPr>
            <a:spLocks noGrp="1"/>
          </p:cNvSpPr>
          <p:nvPr>
            <p:ph type="ftr" sz="quarter" idx="11"/>
          </p:nvPr>
        </p:nvSpPr>
        <p:spPr/>
        <p:txBody>
          <a:bodyPr/>
          <a:lstStyle/>
          <a:p>
            <a:endParaRPr lang="nl-NL" dirty="0"/>
          </a:p>
        </p:txBody>
      </p:sp>
      <p:sp>
        <p:nvSpPr>
          <p:cNvPr id="7" name="Tijdelijke aanduiding voor dianummer 6"/>
          <p:cNvSpPr>
            <a:spLocks noGrp="1"/>
          </p:cNvSpPr>
          <p:nvPr>
            <p:ph type="sldNum" sz="quarter" idx="12"/>
          </p:nvPr>
        </p:nvSpPr>
        <p:spPr/>
        <p:txBody>
          <a:bodyPr/>
          <a:lstStyle/>
          <a:p>
            <a:fld id="{8C6BC05E-DB9A-EB4A-A776-575FA40369A3}" type="slidenum">
              <a:rPr lang="nl-NL" smtClean="0"/>
              <a:pPr/>
              <a:t>‹#›</a:t>
            </a:fld>
            <a:endParaRPr lang="nl-NL"/>
          </a:p>
        </p:txBody>
      </p:sp>
    </p:spTree>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Afbeelding 7" descr="EU_Logo_Groen_300.png"/>
          <p:cNvPicPr>
            <a:picLocks noChangeAspect="1"/>
          </p:cNvPicPr>
          <p:nvPr/>
        </p:nvPicPr>
        <p:blipFill>
          <a:blip r:embed="rId13">
            <a:alphaModFix/>
          </a:blip>
          <a:stretch>
            <a:fillRect/>
          </a:stretch>
        </p:blipFill>
        <p:spPr>
          <a:xfrm>
            <a:off x="7308000" y="4298400"/>
            <a:ext cx="1432608" cy="576091"/>
          </a:xfrm>
          <a:prstGeom prst="rect">
            <a:avLst/>
          </a:prstGeom>
        </p:spPr>
      </p:pic>
      <p:sp>
        <p:nvSpPr>
          <p:cNvPr id="2" name="Tijdelijke aanduiding voor titel 1"/>
          <p:cNvSpPr>
            <a:spLocks noGrp="1"/>
          </p:cNvSpPr>
          <p:nvPr>
            <p:ph type="title"/>
          </p:nvPr>
        </p:nvSpPr>
        <p:spPr>
          <a:xfrm>
            <a:off x="491525" y="396000"/>
            <a:ext cx="8172000" cy="576000"/>
          </a:xfrm>
          <a:prstGeom prst="rect">
            <a:avLst/>
          </a:prstGeom>
        </p:spPr>
        <p:txBody>
          <a:bodyPr vert="horz" lIns="0" tIns="0" rIns="0" bIns="0" rtlCol="0" anchor="t" anchorCtr="0">
            <a:noAutofit/>
          </a:bodyPr>
          <a:lstStyle/>
          <a:p>
            <a:r>
              <a:rPr lang="en-GB" noProof="0" dirty="0"/>
              <a:t>Click to edit title</a:t>
            </a:r>
          </a:p>
        </p:txBody>
      </p:sp>
      <p:sp>
        <p:nvSpPr>
          <p:cNvPr id="3" name="Tijdelijke aanduiding voor tekst 2"/>
          <p:cNvSpPr>
            <a:spLocks noGrp="1"/>
          </p:cNvSpPr>
          <p:nvPr>
            <p:ph type="body" idx="1"/>
          </p:nvPr>
        </p:nvSpPr>
        <p:spPr>
          <a:xfrm>
            <a:off x="491524" y="971551"/>
            <a:ext cx="8172000" cy="3348000"/>
          </a:xfrm>
          <a:prstGeom prst="rect">
            <a:avLst/>
          </a:prstGeom>
        </p:spPr>
        <p:txBody>
          <a:bodyPr vert="horz" lIns="0" tIns="0" rIns="0" bIns="0" rtlCol="0" anchor="t" anchorCtr="0">
            <a:noAutofit/>
          </a:bodyPr>
          <a:lstStyle/>
          <a:p>
            <a:pPr lvl="0"/>
            <a:r>
              <a:rPr lang="en-GB" noProof="0" dirty="0"/>
              <a:t>Click to edit text in bullets</a:t>
            </a:r>
          </a:p>
          <a:p>
            <a:pPr lvl="1"/>
            <a:r>
              <a:rPr lang="en-GB" noProof="0" dirty="0"/>
              <a:t>Second level text</a:t>
            </a:r>
          </a:p>
          <a:p>
            <a:pPr lvl="2"/>
            <a:r>
              <a:rPr lang="en-GB" noProof="0" dirty="0"/>
              <a:t>Third level text</a:t>
            </a:r>
          </a:p>
          <a:p>
            <a:pPr lvl="3"/>
            <a:r>
              <a:rPr lang="en-GB" noProof="0" dirty="0"/>
              <a:t>Forth level text</a:t>
            </a:r>
          </a:p>
          <a:p>
            <a:pPr lvl="4"/>
            <a:r>
              <a:rPr lang="en-GB" noProof="0" dirty="0"/>
              <a:t>Fifth level text</a:t>
            </a:r>
          </a:p>
        </p:txBody>
      </p:sp>
      <p:sp>
        <p:nvSpPr>
          <p:cNvPr id="4" name="Tijdelijke aanduiding voor datum 3"/>
          <p:cNvSpPr>
            <a:spLocks noGrp="1"/>
          </p:cNvSpPr>
          <p:nvPr>
            <p:ph type="dt" sz="half" idx="2"/>
          </p:nvPr>
        </p:nvSpPr>
        <p:spPr>
          <a:xfrm>
            <a:off x="817200" y="4663178"/>
            <a:ext cx="756000" cy="180285"/>
          </a:xfrm>
          <a:prstGeom prst="rect">
            <a:avLst/>
          </a:prstGeom>
        </p:spPr>
        <p:txBody>
          <a:bodyPr vert="horz" lIns="0" tIns="0" rIns="0" bIns="0" rtlCol="0" anchor="t" anchorCtr="0">
            <a:noAutofit/>
          </a:bodyPr>
          <a:lstStyle>
            <a:lvl1pPr algn="l">
              <a:defRPr sz="1000">
                <a:solidFill>
                  <a:schemeClr val="tx1"/>
                </a:solidFill>
                <a:latin typeface="Museo Sans 100"/>
                <a:cs typeface="Museo Sans 100"/>
              </a:defRPr>
            </a:lvl1pPr>
          </a:lstStyle>
          <a:p>
            <a:fld id="{F10973AC-957D-C346-BA56-D82065FA2AEB}" type="datetimeFigureOut">
              <a:rPr lang="nl-NL" smtClean="0"/>
              <a:pPr/>
              <a:t>26-6-2026</a:t>
            </a:fld>
            <a:endParaRPr lang="nl-NL" dirty="0"/>
          </a:p>
        </p:txBody>
      </p:sp>
      <p:sp>
        <p:nvSpPr>
          <p:cNvPr id="5" name="Tijdelijke aanduiding voor voettekst 4"/>
          <p:cNvSpPr>
            <a:spLocks noGrp="1"/>
          </p:cNvSpPr>
          <p:nvPr>
            <p:ph type="ftr" sz="quarter" idx="3"/>
          </p:nvPr>
        </p:nvSpPr>
        <p:spPr>
          <a:xfrm>
            <a:off x="1573200" y="4663178"/>
            <a:ext cx="5102920" cy="180285"/>
          </a:xfrm>
          <a:prstGeom prst="rect">
            <a:avLst/>
          </a:prstGeom>
        </p:spPr>
        <p:txBody>
          <a:bodyPr vert="horz" lIns="0" tIns="0" rIns="0" bIns="0" rtlCol="0" anchor="t" anchorCtr="0">
            <a:noAutofit/>
          </a:bodyPr>
          <a:lstStyle>
            <a:lvl1pPr algn="l">
              <a:defRPr sz="1000" b="0" i="0">
                <a:solidFill>
                  <a:schemeClr val="tx2"/>
                </a:solidFill>
                <a:latin typeface="+mn-lt"/>
                <a:cs typeface="Museo Sans 500"/>
              </a:defRPr>
            </a:lvl1pPr>
          </a:lstStyle>
          <a:p>
            <a:endParaRPr lang="nl-NL" dirty="0"/>
          </a:p>
        </p:txBody>
      </p:sp>
      <p:sp>
        <p:nvSpPr>
          <p:cNvPr id="6" name="Tijdelijke aanduiding voor dianummer 5"/>
          <p:cNvSpPr>
            <a:spLocks noGrp="1"/>
          </p:cNvSpPr>
          <p:nvPr>
            <p:ph type="sldNum" sz="quarter" idx="4"/>
          </p:nvPr>
        </p:nvSpPr>
        <p:spPr>
          <a:xfrm>
            <a:off x="491525" y="4663178"/>
            <a:ext cx="324000" cy="180285"/>
          </a:xfrm>
          <a:prstGeom prst="rect">
            <a:avLst/>
          </a:prstGeom>
        </p:spPr>
        <p:txBody>
          <a:bodyPr vert="horz" lIns="0" tIns="0" rIns="0" bIns="0" rtlCol="0" anchor="t" anchorCtr="0">
            <a:noAutofit/>
          </a:bodyPr>
          <a:lstStyle>
            <a:lvl1pPr algn="l">
              <a:defRPr sz="1000" b="0" i="0">
                <a:solidFill>
                  <a:schemeClr val="tx2"/>
                </a:solidFill>
                <a:latin typeface="+mn-lt"/>
                <a:cs typeface="Museo Sans 500"/>
              </a:defRPr>
            </a:lvl1pPr>
          </a:lstStyle>
          <a:p>
            <a:fld id="{8C6BC05E-DB9A-EB4A-A776-575FA40369A3}" type="slidenum">
              <a:rPr lang="nl-NL" smtClean="0"/>
              <a:pPr/>
              <a:t>‹#›</a:t>
            </a:fld>
            <a:endParaRPr lang="nl-NL" dirty="0"/>
          </a:p>
        </p:txBody>
      </p:sp>
    </p:spTree>
  </p:cSld>
  <p:clrMap bg1="lt1" tx1="dk1" bg2="lt2" tx2="dk2" accent1="accent1" accent2="accent2" accent3="accent3" accent4="accent4" accent5="accent5" accent6="accent6" hlink="hlink" folHlink="folHlink"/>
  <p:sldLayoutIdLst>
    <p:sldLayoutId id="2147483649" r:id="rId1"/>
    <p:sldLayoutId id="2147483662" r:id="rId2"/>
    <p:sldLayoutId id="2147483650" r:id="rId3"/>
    <p:sldLayoutId id="2147483659" r:id="rId4"/>
    <p:sldLayoutId id="2147483652" r:id="rId5"/>
    <p:sldLayoutId id="2147483653" r:id="rId6"/>
    <p:sldLayoutId id="2147483660" r:id="rId7"/>
    <p:sldLayoutId id="2147483661" r:id="rId8"/>
    <p:sldLayoutId id="2147483654" r:id="rId9"/>
    <p:sldLayoutId id="2147483655" r:id="rId10"/>
    <p:sldLayoutId id="2147483657" r:id="rId11"/>
  </p:sldLayoutIdLst>
  <p:txStyles>
    <p:titleStyle>
      <a:lvl1pPr algn="l" defTabSz="457200" rtl="0" eaLnBrk="1" latinLnBrk="0" hangingPunct="1">
        <a:lnSpc>
          <a:spcPts val="3200"/>
        </a:lnSpc>
        <a:spcBef>
          <a:spcPct val="0"/>
        </a:spcBef>
        <a:buNone/>
        <a:defRPr sz="2800" b="0" i="0" kern="1200">
          <a:solidFill>
            <a:schemeClr val="tx2"/>
          </a:solidFill>
          <a:latin typeface="+mj-lt"/>
          <a:ea typeface="+mj-ea"/>
          <a:cs typeface="Museo Sans 700"/>
        </a:defRPr>
      </a:lvl1pPr>
    </p:titleStyle>
    <p:bodyStyle>
      <a:lvl1pPr marL="216000" indent="-216000" algn="l" defTabSz="457200" rtl="0" eaLnBrk="1" latinLnBrk="0" hangingPunct="1">
        <a:lnSpc>
          <a:spcPts val="2300"/>
        </a:lnSpc>
        <a:spcBef>
          <a:spcPts val="0"/>
        </a:spcBef>
        <a:buSzPct val="100000"/>
        <a:buFont typeface="Arial"/>
        <a:buChar char="•"/>
        <a:defRPr sz="1800" b="0" i="0" kern="1200" baseline="0">
          <a:solidFill>
            <a:schemeClr val="tx1"/>
          </a:solidFill>
          <a:latin typeface="+mn-lt"/>
          <a:ea typeface="+mn-ea"/>
          <a:cs typeface="Museo Sans 500"/>
        </a:defRPr>
      </a:lvl1pPr>
      <a:lvl2pPr marL="432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2pPr>
      <a:lvl3pPr marL="648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3pPr>
      <a:lvl4pPr marL="864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4pPr>
      <a:lvl5pPr marL="1080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nl-NL"/>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xml"/><Relationship Id="rId1" Type="http://schemas.openxmlformats.org/officeDocument/2006/relationships/slideLayout" Target="../slideLayouts/slideLayout4.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5.xml.rels><?xml version="1.0" encoding="UTF-8" standalone="yes"?>
<Relationships xmlns="http://schemas.openxmlformats.org/package/2006/relationships"><Relationship Id="rId8" Type="http://schemas.openxmlformats.org/officeDocument/2006/relationships/image" Target="../media/image18.jpg"/><Relationship Id="rId3" Type="http://schemas.openxmlformats.org/officeDocument/2006/relationships/image" Target="../media/image13.png"/><Relationship Id="rId7" Type="http://schemas.openxmlformats.org/officeDocument/2006/relationships/image" Target="../media/image17.jpg"/><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 Id="rId9" Type="http://schemas.openxmlformats.org/officeDocument/2006/relationships/image" Target="../media/image19.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6.xml"/><Relationship Id="rId1" Type="http://schemas.openxmlformats.org/officeDocument/2006/relationships/slideLayout" Target="../slideLayouts/slideLayout4.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4.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4.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a:xfrm>
            <a:off x="491526" y="1495324"/>
            <a:ext cx="6300000" cy="1224000"/>
          </a:xfrm>
        </p:spPr>
        <p:txBody>
          <a:bodyPr/>
          <a:lstStyle/>
          <a:p>
            <a:r>
              <a:rPr lang="en-US" dirty="0"/>
              <a:t>The Well-being Multi-Instrument Comparison study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p:cNvSpPr>
            <a:spLocks noGrp="1"/>
          </p:cNvSpPr>
          <p:nvPr>
            <p:ph type="title"/>
          </p:nvPr>
        </p:nvSpPr>
        <p:spPr>
          <a:xfrm>
            <a:off x="491525" y="396000"/>
            <a:ext cx="8172000" cy="576000"/>
          </a:xfrm>
        </p:spPr>
        <p:txBody>
          <a:bodyPr anchor="t">
            <a:normAutofit/>
          </a:bodyPr>
          <a:lstStyle/>
          <a:p>
            <a:r>
              <a:rPr lang="en-US" dirty="0"/>
              <a:t>Project background</a:t>
            </a:r>
          </a:p>
        </p:txBody>
      </p:sp>
      <p:graphicFrame>
        <p:nvGraphicFramePr>
          <p:cNvPr id="12" name="Tijdelijke aanduiding voor inhoud 5">
            <a:extLst>
              <a:ext uri="{FF2B5EF4-FFF2-40B4-BE49-F238E27FC236}">
                <a16:creationId xmlns:a16="http://schemas.microsoft.com/office/drawing/2014/main" id="{F305CB87-A94A-D280-24C7-D6606C0B983C}"/>
              </a:ext>
            </a:extLst>
          </p:cNvPr>
          <p:cNvGraphicFramePr>
            <a:graphicFrameLocks noGrp="1"/>
          </p:cNvGraphicFramePr>
          <p:nvPr>
            <p:ph idx="1"/>
            <p:extLst>
              <p:ext uri="{D42A27DB-BD31-4B8C-83A1-F6EECF244321}">
                <p14:modId xmlns:p14="http://schemas.microsoft.com/office/powerpoint/2010/main" val="2241878339"/>
              </p:ext>
            </p:extLst>
          </p:nvPr>
        </p:nvGraphicFramePr>
        <p:xfrm>
          <a:off x="491524" y="971551"/>
          <a:ext cx="8172000" cy="3348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449222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AA3174-6FD7-EC3D-3076-A6AF9C36F590}"/>
              </a:ext>
            </a:extLst>
          </p:cNvPr>
          <p:cNvSpPr>
            <a:spLocks noGrp="1"/>
          </p:cNvSpPr>
          <p:nvPr>
            <p:ph type="title"/>
          </p:nvPr>
        </p:nvSpPr>
        <p:spPr>
          <a:xfrm>
            <a:off x="491525" y="396000"/>
            <a:ext cx="8172000" cy="576000"/>
          </a:xfrm>
        </p:spPr>
        <p:txBody>
          <a:bodyPr anchor="t">
            <a:normAutofit/>
          </a:bodyPr>
          <a:lstStyle/>
          <a:p>
            <a:r>
              <a:rPr lang="en-US" dirty="0"/>
              <a:t>W-MIC research questions</a:t>
            </a:r>
          </a:p>
        </p:txBody>
      </p:sp>
      <p:graphicFrame>
        <p:nvGraphicFramePr>
          <p:cNvPr id="6" name="Content Placeholder 3">
            <a:extLst>
              <a:ext uri="{FF2B5EF4-FFF2-40B4-BE49-F238E27FC236}">
                <a16:creationId xmlns:a16="http://schemas.microsoft.com/office/drawing/2014/main" id="{A5493F90-525A-39F6-CA23-DD5645AFFB01}"/>
              </a:ext>
            </a:extLst>
          </p:cNvPr>
          <p:cNvGraphicFramePr>
            <a:graphicFrameLocks noGrp="1"/>
          </p:cNvGraphicFramePr>
          <p:nvPr>
            <p:ph idx="1"/>
            <p:extLst>
              <p:ext uri="{D42A27DB-BD31-4B8C-83A1-F6EECF244321}">
                <p14:modId xmlns:p14="http://schemas.microsoft.com/office/powerpoint/2010/main" val="1630826781"/>
              </p:ext>
            </p:extLst>
          </p:nvPr>
        </p:nvGraphicFramePr>
        <p:xfrm>
          <a:off x="491524" y="971551"/>
          <a:ext cx="8172000" cy="3348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5963003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AA3174-6FD7-EC3D-3076-A6AF9C36F590}"/>
              </a:ext>
            </a:extLst>
          </p:cNvPr>
          <p:cNvSpPr>
            <a:spLocks noGrp="1"/>
          </p:cNvSpPr>
          <p:nvPr>
            <p:ph type="title"/>
          </p:nvPr>
        </p:nvSpPr>
        <p:spPr>
          <a:xfrm>
            <a:off x="491525" y="396000"/>
            <a:ext cx="8172000" cy="576000"/>
          </a:xfrm>
        </p:spPr>
        <p:txBody>
          <a:bodyPr anchor="t">
            <a:normAutofit/>
          </a:bodyPr>
          <a:lstStyle/>
          <a:p>
            <a:r>
              <a:rPr lang="en-US" dirty="0"/>
              <a:t>W-MIC study design</a:t>
            </a:r>
          </a:p>
        </p:txBody>
      </p:sp>
      <p:graphicFrame>
        <p:nvGraphicFramePr>
          <p:cNvPr id="16" name="Content Placeholder 2">
            <a:extLst>
              <a:ext uri="{FF2B5EF4-FFF2-40B4-BE49-F238E27FC236}">
                <a16:creationId xmlns:a16="http://schemas.microsoft.com/office/drawing/2014/main" id="{55F7908A-F290-CBE9-3624-0AEACBD11E0A}"/>
              </a:ext>
            </a:extLst>
          </p:cNvPr>
          <p:cNvGraphicFramePr>
            <a:graphicFrameLocks noGrp="1"/>
          </p:cNvGraphicFramePr>
          <p:nvPr>
            <p:ph idx="1"/>
            <p:extLst>
              <p:ext uri="{D42A27DB-BD31-4B8C-83A1-F6EECF244321}">
                <p14:modId xmlns:p14="http://schemas.microsoft.com/office/powerpoint/2010/main" val="3740426502"/>
              </p:ext>
            </p:extLst>
          </p:nvPr>
        </p:nvGraphicFramePr>
        <p:xfrm>
          <a:off x="358785" y="972000"/>
          <a:ext cx="8506146" cy="320217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4495390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AA3174-6FD7-EC3D-3076-A6AF9C36F590}"/>
              </a:ext>
            </a:extLst>
          </p:cNvPr>
          <p:cNvSpPr>
            <a:spLocks noGrp="1"/>
          </p:cNvSpPr>
          <p:nvPr>
            <p:ph type="title"/>
          </p:nvPr>
        </p:nvSpPr>
        <p:spPr>
          <a:xfrm>
            <a:off x="491525" y="396000"/>
            <a:ext cx="8172000" cy="576000"/>
          </a:xfrm>
        </p:spPr>
        <p:txBody>
          <a:bodyPr anchor="t">
            <a:normAutofit/>
          </a:bodyPr>
          <a:lstStyle/>
          <a:p>
            <a:r>
              <a:rPr lang="en-US" dirty="0"/>
              <a:t>Collaborating partners</a:t>
            </a:r>
          </a:p>
        </p:txBody>
      </p:sp>
      <p:pic>
        <p:nvPicPr>
          <p:cNvPr id="3" name="Picture 2">
            <a:extLst>
              <a:ext uri="{FF2B5EF4-FFF2-40B4-BE49-F238E27FC236}">
                <a16:creationId xmlns:a16="http://schemas.microsoft.com/office/drawing/2014/main" id="{988A9DDF-588A-37E4-0ED9-84887C295146}"/>
              </a:ext>
            </a:extLst>
          </p:cNvPr>
          <p:cNvPicPr>
            <a:picLocks noChangeAspect="1"/>
          </p:cNvPicPr>
          <p:nvPr/>
        </p:nvPicPr>
        <p:blipFill>
          <a:blip r:embed="rId3"/>
          <a:stretch>
            <a:fillRect/>
          </a:stretch>
        </p:blipFill>
        <p:spPr>
          <a:xfrm>
            <a:off x="491525" y="3453607"/>
            <a:ext cx="2131618" cy="1293893"/>
          </a:xfrm>
          <a:prstGeom prst="rect">
            <a:avLst/>
          </a:prstGeom>
        </p:spPr>
      </p:pic>
      <p:pic>
        <p:nvPicPr>
          <p:cNvPr id="4" name="Picture 3" descr="A green text on a black background&#10;&#10;Description automatically generated">
            <a:extLst>
              <a:ext uri="{FF2B5EF4-FFF2-40B4-BE49-F238E27FC236}">
                <a16:creationId xmlns:a16="http://schemas.microsoft.com/office/drawing/2014/main" id="{F0990A4D-2F9B-E744-DF03-DF3E2B87ED0F}"/>
              </a:ext>
            </a:extLst>
          </p:cNvPr>
          <p:cNvPicPr>
            <a:picLocks noChangeAspect="1"/>
          </p:cNvPicPr>
          <p:nvPr/>
        </p:nvPicPr>
        <p:blipFill>
          <a:blip r:embed="rId4"/>
          <a:stretch>
            <a:fillRect/>
          </a:stretch>
        </p:blipFill>
        <p:spPr>
          <a:xfrm>
            <a:off x="491525" y="1203909"/>
            <a:ext cx="3350143" cy="719661"/>
          </a:xfrm>
          <a:prstGeom prst="rect">
            <a:avLst/>
          </a:prstGeom>
        </p:spPr>
      </p:pic>
      <p:pic>
        <p:nvPicPr>
          <p:cNvPr id="8" name="Picture 7" descr="A close up of a logo&#10;&#10;Description automatically generated">
            <a:extLst>
              <a:ext uri="{FF2B5EF4-FFF2-40B4-BE49-F238E27FC236}">
                <a16:creationId xmlns:a16="http://schemas.microsoft.com/office/drawing/2014/main" id="{2621B161-8C41-3819-8AD9-44286729628D}"/>
              </a:ext>
            </a:extLst>
          </p:cNvPr>
          <p:cNvPicPr>
            <a:picLocks noChangeAspect="1"/>
          </p:cNvPicPr>
          <p:nvPr/>
        </p:nvPicPr>
        <p:blipFill>
          <a:blip r:embed="rId5"/>
          <a:stretch>
            <a:fillRect/>
          </a:stretch>
        </p:blipFill>
        <p:spPr>
          <a:xfrm>
            <a:off x="4441372" y="1073518"/>
            <a:ext cx="3817917" cy="980441"/>
          </a:xfrm>
          <a:prstGeom prst="rect">
            <a:avLst/>
          </a:prstGeom>
        </p:spPr>
      </p:pic>
      <p:pic>
        <p:nvPicPr>
          <p:cNvPr id="10" name="Picture 9" descr="A blue and white logo&#10;&#10;Description automatically generated">
            <a:extLst>
              <a:ext uri="{FF2B5EF4-FFF2-40B4-BE49-F238E27FC236}">
                <a16:creationId xmlns:a16="http://schemas.microsoft.com/office/drawing/2014/main" id="{FBEF0D41-0801-E0D4-67D9-7E6FA315F852}"/>
              </a:ext>
            </a:extLst>
          </p:cNvPr>
          <p:cNvPicPr>
            <a:picLocks noChangeAspect="1"/>
          </p:cNvPicPr>
          <p:nvPr/>
        </p:nvPicPr>
        <p:blipFill>
          <a:blip r:embed="rId6"/>
          <a:stretch>
            <a:fillRect/>
          </a:stretch>
        </p:blipFill>
        <p:spPr>
          <a:xfrm>
            <a:off x="310627" y="2285868"/>
            <a:ext cx="4130746" cy="850448"/>
          </a:xfrm>
          <a:prstGeom prst="rect">
            <a:avLst/>
          </a:prstGeom>
        </p:spPr>
      </p:pic>
      <p:pic>
        <p:nvPicPr>
          <p:cNvPr id="12" name="Picture 11" descr="A close-up of a logo&#10;&#10;Description automatically generated">
            <a:extLst>
              <a:ext uri="{FF2B5EF4-FFF2-40B4-BE49-F238E27FC236}">
                <a16:creationId xmlns:a16="http://schemas.microsoft.com/office/drawing/2014/main" id="{36DC6C2A-D21E-FC0C-43AF-BF9BF1F30C81}"/>
              </a:ext>
            </a:extLst>
          </p:cNvPr>
          <p:cNvPicPr>
            <a:picLocks noChangeAspect="1"/>
          </p:cNvPicPr>
          <p:nvPr/>
        </p:nvPicPr>
        <p:blipFill>
          <a:blip r:embed="rId7"/>
          <a:stretch>
            <a:fillRect/>
          </a:stretch>
        </p:blipFill>
        <p:spPr>
          <a:xfrm>
            <a:off x="4702629" y="2285868"/>
            <a:ext cx="3588018" cy="906692"/>
          </a:xfrm>
          <a:prstGeom prst="rect">
            <a:avLst/>
          </a:prstGeom>
        </p:spPr>
      </p:pic>
      <p:pic>
        <p:nvPicPr>
          <p:cNvPr id="14" name="Picture 13" descr="A logo with blue wings and black text&#10;&#10;Description automatically generated">
            <a:extLst>
              <a:ext uri="{FF2B5EF4-FFF2-40B4-BE49-F238E27FC236}">
                <a16:creationId xmlns:a16="http://schemas.microsoft.com/office/drawing/2014/main" id="{15E94F20-603E-16BA-4E8F-EE060AFA85BB}"/>
              </a:ext>
            </a:extLst>
          </p:cNvPr>
          <p:cNvPicPr>
            <a:picLocks noChangeAspect="1"/>
          </p:cNvPicPr>
          <p:nvPr/>
        </p:nvPicPr>
        <p:blipFill>
          <a:blip r:embed="rId8"/>
          <a:stretch>
            <a:fillRect/>
          </a:stretch>
        </p:blipFill>
        <p:spPr>
          <a:xfrm>
            <a:off x="3110222" y="3264558"/>
            <a:ext cx="2251487" cy="1671990"/>
          </a:xfrm>
          <a:prstGeom prst="rect">
            <a:avLst/>
          </a:prstGeom>
        </p:spPr>
      </p:pic>
      <p:pic>
        <p:nvPicPr>
          <p:cNvPr id="17" name="Picture 16" descr="A logo for a company&#10;&#10;Description automatically generated">
            <a:extLst>
              <a:ext uri="{FF2B5EF4-FFF2-40B4-BE49-F238E27FC236}">
                <a16:creationId xmlns:a16="http://schemas.microsoft.com/office/drawing/2014/main" id="{E7BC4EC0-0635-BD79-2FFC-7216BB1724D9}"/>
              </a:ext>
            </a:extLst>
          </p:cNvPr>
          <p:cNvPicPr>
            <a:picLocks noChangeAspect="1"/>
          </p:cNvPicPr>
          <p:nvPr/>
        </p:nvPicPr>
        <p:blipFill>
          <a:blip r:embed="rId9"/>
          <a:stretch>
            <a:fillRect/>
          </a:stretch>
        </p:blipFill>
        <p:spPr>
          <a:xfrm>
            <a:off x="5622965" y="3264558"/>
            <a:ext cx="1671990" cy="1671990"/>
          </a:xfrm>
          <a:prstGeom prst="rect">
            <a:avLst/>
          </a:prstGeom>
        </p:spPr>
      </p:pic>
    </p:spTree>
    <p:extLst>
      <p:ext uri="{BB962C8B-B14F-4D97-AF65-F5344CB8AC3E}">
        <p14:creationId xmlns:p14="http://schemas.microsoft.com/office/powerpoint/2010/main" val="20290664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p:cNvSpPr>
            <a:spLocks noGrp="1"/>
          </p:cNvSpPr>
          <p:nvPr>
            <p:ph type="title"/>
          </p:nvPr>
        </p:nvSpPr>
        <p:spPr/>
        <p:txBody>
          <a:bodyPr/>
          <a:lstStyle/>
          <a:p>
            <a:r>
              <a:rPr lang="en-US" dirty="0"/>
              <a:t>Online survey sample</a:t>
            </a:r>
          </a:p>
        </p:txBody>
      </p:sp>
      <p:sp>
        <p:nvSpPr>
          <p:cNvPr id="6" name="Tijdelijke aanduiding voor inhoud 5"/>
          <p:cNvSpPr>
            <a:spLocks noGrp="1"/>
          </p:cNvSpPr>
          <p:nvPr>
            <p:ph idx="1"/>
          </p:nvPr>
        </p:nvSpPr>
        <p:spPr>
          <a:xfrm>
            <a:off x="491523" y="978324"/>
            <a:ext cx="7433277" cy="3348000"/>
          </a:xfrm>
        </p:spPr>
        <p:txBody>
          <a:bodyPr/>
          <a:lstStyle/>
          <a:p>
            <a:r>
              <a:rPr lang="en-US" dirty="0"/>
              <a:t>Sample size of 7,000 respondents from the Netherlands and the US:</a:t>
            </a:r>
          </a:p>
          <a:p>
            <a:pPr lvl="2"/>
            <a:r>
              <a:rPr lang="en-US" dirty="0"/>
              <a:t>General population</a:t>
            </a:r>
          </a:p>
          <a:p>
            <a:pPr lvl="2"/>
            <a:r>
              <a:rPr lang="en-US" dirty="0"/>
              <a:t>Elderly population (&gt;70 years old)</a:t>
            </a:r>
          </a:p>
          <a:p>
            <a:pPr lvl="2"/>
            <a:r>
              <a:rPr lang="en-US" dirty="0"/>
              <a:t>Diabetes</a:t>
            </a:r>
          </a:p>
          <a:p>
            <a:pPr lvl="2"/>
            <a:r>
              <a:rPr lang="en-US" dirty="0"/>
              <a:t>Arthritis</a:t>
            </a:r>
          </a:p>
          <a:p>
            <a:pPr lvl="2"/>
            <a:r>
              <a:rPr lang="en-US" dirty="0"/>
              <a:t>Depression</a:t>
            </a:r>
          </a:p>
          <a:p>
            <a:pPr lvl="2"/>
            <a:r>
              <a:rPr lang="en-US" dirty="0"/>
              <a:t>Sleep-related disorders</a:t>
            </a:r>
          </a:p>
          <a:p>
            <a:pPr lvl="2"/>
            <a:r>
              <a:rPr lang="en-US" dirty="0"/>
              <a:t>Heart-related disorders</a:t>
            </a:r>
          </a:p>
          <a:p>
            <a:pPr lvl="4"/>
            <a:r>
              <a:rPr lang="en-US" b="1" dirty="0">
                <a:solidFill>
                  <a:schemeClr val="accent1"/>
                </a:solidFill>
              </a:rPr>
              <a:t>List of disorders are under discussion</a:t>
            </a:r>
            <a:endParaRPr lang="en-US" dirty="0"/>
          </a:p>
          <a:p>
            <a:r>
              <a:rPr lang="en-US" dirty="0"/>
              <a:t>A 25% subgroup will complete a follow-up measurement</a:t>
            </a:r>
          </a:p>
        </p:txBody>
      </p:sp>
    </p:spTree>
    <p:extLst>
      <p:ext uri="{BB962C8B-B14F-4D97-AF65-F5344CB8AC3E}">
        <p14:creationId xmlns:p14="http://schemas.microsoft.com/office/powerpoint/2010/main" val="41223834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p:cNvSpPr>
            <a:spLocks noGrp="1"/>
          </p:cNvSpPr>
          <p:nvPr>
            <p:ph type="title"/>
          </p:nvPr>
        </p:nvSpPr>
        <p:spPr>
          <a:xfrm>
            <a:off x="491525" y="396000"/>
            <a:ext cx="8172000" cy="576000"/>
          </a:xfrm>
        </p:spPr>
        <p:txBody>
          <a:bodyPr anchor="t">
            <a:normAutofit/>
          </a:bodyPr>
          <a:lstStyle/>
          <a:p>
            <a:r>
              <a:rPr lang="en-US" dirty="0"/>
              <a:t>Online survey design</a:t>
            </a:r>
          </a:p>
        </p:txBody>
      </p:sp>
      <p:sp>
        <p:nvSpPr>
          <p:cNvPr id="6" name="Tijdelijke aanduiding voor inhoud 5"/>
          <p:cNvSpPr>
            <a:spLocks noGrp="1"/>
          </p:cNvSpPr>
          <p:nvPr>
            <p:ph idx="1"/>
          </p:nvPr>
        </p:nvSpPr>
        <p:spPr>
          <a:xfrm>
            <a:off x="226663" y="921101"/>
            <a:ext cx="8271476" cy="3775949"/>
          </a:xfrm>
        </p:spPr>
        <p:txBody>
          <a:bodyPr anchor="t">
            <a:normAutofit/>
          </a:bodyPr>
          <a:lstStyle/>
          <a:p>
            <a:pPr marL="285750" indent="-285750">
              <a:spcAft>
                <a:spcPts val="600"/>
              </a:spcAft>
              <a:buFont typeface="Arial" panose="020B0604020202020204" pitchFamily="34" charset="0"/>
              <a:buChar char="•"/>
            </a:pPr>
            <a:r>
              <a:rPr lang="en-US" dirty="0"/>
              <a:t>The survey content will consist of five main modules (presented from A-E)</a:t>
            </a:r>
          </a:p>
          <a:p>
            <a:pPr marL="285750" indent="-285750">
              <a:spcAft>
                <a:spcPts val="600"/>
              </a:spcAft>
              <a:buFont typeface="Arial" panose="020B0604020202020204" pitchFamily="34" charset="0"/>
              <a:buChar char="•"/>
            </a:pPr>
            <a:r>
              <a:rPr lang="en-US" dirty="0"/>
              <a:t>Within modules A, C and D, the order of the questionnaires will be randomized</a:t>
            </a:r>
          </a:p>
          <a:p>
            <a:pPr marL="0" indent="0">
              <a:spcAft>
                <a:spcPts val="600"/>
              </a:spcAft>
              <a:buNone/>
            </a:pPr>
            <a:endParaRPr lang="en-US" dirty="0"/>
          </a:p>
          <a:p>
            <a:pPr marL="0" indent="0">
              <a:spcAft>
                <a:spcPts val="600"/>
              </a:spcAft>
              <a:buNone/>
            </a:pPr>
            <a:endParaRPr lang="en-US" dirty="0"/>
          </a:p>
          <a:p>
            <a:pPr marL="0" indent="0">
              <a:spcAft>
                <a:spcPts val="600"/>
              </a:spcAft>
              <a:buNone/>
            </a:pPr>
            <a:endParaRPr lang="en-US" dirty="0"/>
          </a:p>
          <a:p>
            <a:pPr marL="0" indent="0">
              <a:spcAft>
                <a:spcPts val="600"/>
              </a:spcAft>
              <a:buNone/>
            </a:pPr>
            <a:endParaRPr lang="en-US" dirty="0"/>
          </a:p>
          <a:p>
            <a:pPr marL="0" indent="0">
              <a:spcAft>
                <a:spcPts val="600"/>
              </a:spcAft>
              <a:buNone/>
            </a:pPr>
            <a:endParaRPr lang="en-US" dirty="0"/>
          </a:p>
          <a:p>
            <a:pPr marL="0" indent="0">
              <a:spcAft>
                <a:spcPts val="600"/>
              </a:spcAft>
              <a:buNone/>
            </a:pPr>
            <a:endParaRPr lang="en-US" dirty="0"/>
          </a:p>
          <a:p>
            <a:pPr marL="0" indent="0">
              <a:spcAft>
                <a:spcPts val="600"/>
              </a:spcAft>
              <a:buNone/>
            </a:pPr>
            <a:endParaRPr lang="en-US" dirty="0"/>
          </a:p>
          <a:p>
            <a:pPr marL="0" indent="0">
              <a:spcAft>
                <a:spcPts val="600"/>
              </a:spcAft>
              <a:buNone/>
            </a:pPr>
            <a:endParaRPr lang="en-US" dirty="0"/>
          </a:p>
          <a:p>
            <a:pPr marL="0" indent="0">
              <a:spcAft>
                <a:spcPts val="600"/>
              </a:spcAft>
              <a:buNone/>
            </a:pPr>
            <a:endParaRPr lang="en-US" dirty="0"/>
          </a:p>
        </p:txBody>
      </p:sp>
      <p:graphicFrame>
        <p:nvGraphicFramePr>
          <p:cNvPr id="2" name="Diagram 1">
            <a:extLst>
              <a:ext uri="{FF2B5EF4-FFF2-40B4-BE49-F238E27FC236}">
                <a16:creationId xmlns:a16="http://schemas.microsoft.com/office/drawing/2014/main" id="{7E8AF94A-4218-4202-1694-6F1DBCAF1C57}"/>
              </a:ext>
            </a:extLst>
          </p:cNvPr>
          <p:cNvGraphicFramePr/>
          <p:nvPr/>
        </p:nvGraphicFramePr>
        <p:xfrm>
          <a:off x="491525" y="2095852"/>
          <a:ext cx="6348027" cy="24574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0762044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B1DE16-B206-584A-436E-C2052C77DA97}"/>
            </a:ext>
          </a:extLst>
        </p:cNvPr>
        <p:cNvGrpSpPr/>
        <p:nvPr/>
      </p:nvGrpSpPr>
      <p:grpSpPr>
        <a:xfrm>
          <a:off x="0" y="0"/>
          <a:ext cx="0" cy="0"/>
          <a:chOff x="0" y="0"/>
          <a:chExt cx="0" cy="0"/>
        </a:xfrm>
      </p:grpSpPr>
      <p:sp>
        <p:nvSpPr>
          <p:cNvPr id="5" name="Titel 4">
            <a:extLst>
              <a:ext uri="{FF2B5EF4-FFF2-40B4-BE49-F238E27FC236}">
                <a16:creationId xmlns:a16="http://schemas.microsoft.com/office/drawing/2014/main" id="{1D4CFF20-D8DE-3F45-7D11-EC9FFB31418B}"/>
              </a:ext>
            </a:extLst>
          </p:cNvPr>
          <p:cNvSpPr>
            <a:spLocks noGrp="1"/>
          </p:cNvSpPr>
          <p:nvPr>
            <p:ph type="title"/>
          </p:nvPr>
        </p:nvSpPr>
        <p:spPr>
          <a:xfrm>
            <a:off x="491525" y="396000"/>
            <a:ext cx="8172000" cy="576000"/>
          </a:xfrm>
        </p:spPr>
        <p:txBody>
          <a:bodyPr anchor="t">
            <a:normAutofit/>
          </a:bodyPr>
          <a:lstStyle/>
          <a:p>
            <a:r>
              <a:rPr lang="en-US" dirty="0"/>
              <a:t>Online survey design</a:t>
            </a:r>
          </a:p>
        </p:txBody>
      </p:sp>
      <p:sp>
        <p:nvSpPr>
          <p:cNvPr id="6" name="Tijdelijke aanduiding voor inhoud 5">
            <a:extLst>
              <a:ext uri="{FF2B5EF4-FFF2-40B4-BE49-F238E27FC236}">
                <a16:creationId xmlns:a16="http://schemas.microsoft.com/office/drawing/2014/main" id="{A17A0080-3434-D258-AC9E-96A14DBC09C2}"/>
              </a:ext>
            </a:extLst>
          </p:cNvPr>
          <p:cNvSpPr>
            <a:spLocks noGrp="1"/>
          </p:cNvSpPr>
          <p:nvPr>
            <p:ph idx="1"/>
          </p:nvPr>
        </p:nvSpPr>
        <p:spPr>
          <a:xfrm>
            <a:off x="226663" y="921101"/>
            <a:ext cx="8271476" cy="3775949"/>
          </a:xfrm>
        </p:spPr>
        <p:txBody>
          <a:bodyPr anchor="t">
            <a:normAutofit/>
          </a:bodyPr>
          <a:lstStyle/>
          <a:p>
            <a:pPr marL="285750" indent="-285750">
              <a:spcAft>
                <a:spcPts val="600"/>
              </a:spcAft>
              <a:buFont typeface="Arial" panose="020B0604020202020204" pitchFamily="34" charset="0"/>
              <a:buChar char="•"/>
            </a:pPr>
            <a:r>
              <a:rPr lang="en-US" dirty="0"/>
              <a:t>The survey content will consist of five main modules (presented from A-E)</a:t>
            </a:r>
          </a:p>
          <a:p>
            <a:pPr marL="285750" indent="-285750">
              <a:spcAft>
                <a:spcPts val="600"/>
              </a:spcAft>
              <a:buFont typeface="Arial" panose="020B0604020202020204" pitchFamily="34" charset="0"/>
              <a:buChar char="•"/>
            </a:pPr>
            <a:r>
              <a:rPr lang="en-US" dirty="0"/>
              <a:t>Within modules A, C and D, the order of the questionnaires will be randomized</a:t>
            </a:r>
          </a:p>
          <a:p>
            <a:pPr marL="0" indent="0">
              <a:spcAft>
                <a:spcPts val="600"/>
              </a:spcAft>
              <a:buNone/>
            </a:pPr>
            <a:endParaRPr lang="en-US" dirty="0"/>
          </a:p>
          <a:p>
            <a:pPr marL="0" indent="0">
              <a:spcAft>
                <a:spcPts val="600"/>
              </a:spcAft>
              <a:buNone/>
            </a:pPr>
            <a:endParaRPr lang="en-US" dirty="0"/>
          </a:p>
          <a:p>
            <a:pPr marL="0" indent="0">
              <a:spcAft>
                <a:spcPts val="600"/>
              </a:spcAft>
              <a:buNone/>
            </a:pPr>
            <a:endParaRPr lang="en-US" dirty="0"/>
          </a:p>
          <a:p>
            <a:pPr marL="0" indent="0">
              <a:spcAft>
                <a:spcPts val="600"/>
              </a:spcAft>
              <a:buNone/>
            </a:pPr>
            <a:endParaRPr lang="en-US" dirty="0"/>
          </a:p>
          <a:p>
            <a:pPr marL="0" indent="0">
              <a:spcAft>
                <a:spcPts val="600"/>
              </a:spcAft>
              <a:buNone/>
            </a:pPr>
            <a:endParaRPr lang="en-US" dirty="0"/>
          </a:p>
          <a:p>
            <a:pPr marL="0" indent="0">
              <a:spcAft>
                <a:spcPts val="600"/>
              </a:spcAft>
              <a:buNone/>
            </a:pPr>
            <a:endParaRPr lang="en-US" dirty="0"/>
          </a:p>
          <a:p>
            <a:pPr marL="0" indent="0">
              <a:spcAft>
                <a:spcPts val="600"/>
              </a:spcAft>
              <a:buNone/>
            </a:pPr>
            <a:endParaRPr lang="en-US" dirty="0"/>
          </a:p>
          <a:p>
            <a:pPr marL="0" indent="0">
              <a:spcAft>
                <a:spcPts val="600"/>
              </a:spcAft>
              <a:buNone/>
            </a:pPr>
            <a:endParaRPr lang="en-US" dirty="0"/>
          </a:p>
          <a:p>
            <a:pPr marL="0" indent="0">
              <a:spcAft>
                <a:spcPts val="600"/>
              </a:spcAft>
              <a:buNone/>
            </a:pPr>
            <a:endParaRPr lang="en-US" dirty="0"/>
          </a:p>
        </p:txBody>
      </p:sp>
      <p:graphicFrame>
        <p:nvGraphicFramePr>
          <p:cNvPr id="2" name="Diagram 1">
            <a:extLst>
              <a:ext uri="{FF2B5EF4-FFF2-40B4-BE49-F238E27FC236}">
                <a16:creationId xmlns:a16="http://schemas.microsoft.com/office/drawing/2014/main" id="{54B4F278-CB78-3CA3-23F6-BD2331523358}"/>
              </a:ext>
            </a:extLst>
          </p:cNvPr>
          <p:cNvGraphicFramePr/>
          <p:nvPr>
            <p:extLst>
              <p:ext uri="{D42A27DB-BD31-4B8C-83A1-F6EECF244321}">
                <p14:modId xmlns:p14="http://schemas.microsoft.com/office/powerpoint/2010/main" val="751653701"/>
              </p:ext>
            </p:extLst>
          </p:nvPr>
        </p:nvGraphicFramePr>
        <p:xfrm>
          <a:off x="491525" y="2095852"/>
          <a:ext cx="6348027" cy="24574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6765704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p:cNvSpPr>
            <a:spLocks noGrp="1"/>
          </p:cNvSpPr>
          <p:nvPr>
            <p:ph type="title"/>
          </p:nvPr>
        </p:nvSpPr>
        <p:spPr/>
        <p:txBody>
          <a:bodyPr/>
          <a:lstStyle/>
          <a:p>
            <a:r>
              <a:rPr lang="en-US" dirty="0"/>
              <a:t>Online survey routing</a:t>
            </a:r>
          </a:p>
        </p:txBody>
      </p:sp>
      <p:graphicFrame>
        <p:nvGraphicFramePr>
          <p:cNvPr id="4" name="Table 3">
            <a:extLst>
              <a:ext uri="{FF2B5EF4-FFF2-40B4-BE49-F238E27FC236}">
                <a16:creationId xmlns:a16="http://schemas.microsoft.com/office/drawing/2014/main" id="{83224EC7-270A-4E15-CD49-55DC815DF2A4}"/>
              </a:ext>
            </a:extLst>
          </p:cNvPr>
          <p:cNvGraphicFramePr>
            <a:graphicFrameLocks noGrp="1"/>
          </p:cNvGraphicFramePr>
          <p:nvPr>
            <p:extLst>
              <p:ext uri="{D42A27DB-BD31-4B8C-83A1-F6EECF244321}">
                <p14:modId xmlns:p14="http://schemas.microsoft.com/office/powerpoint/2010/main" val="937591791"/>
              </p:ext>
            </p:extLst>
          </p:nvPr>
        </p:nvGraphicFramePr>
        <p:xfrm>
          <a:off x="333176" y="1003881"/>
          <a:ext cx="8565165" cy="3135738"/>
        </p:xfrm>
        <a:graphic>
          <a:graphicData uri="http://schemas.openxmlformats.org/drawingml/2006/table">
            <a:tbl>
              <a:tblPr firstRow="1" firstCol="1" bandRow="1"/>
              <a:tblGrid>
                <a:gridCol w="684000">
                  <a:extLst>
                    <a:ext uri="{9D8B030D-6E8A-4147-A177-3AD203B41FA5}">
                      <a16:colId xmlns:a16="http://schemas.microsoft.com/office/drawing/2014/main" val="1384032415"/>
                    </a:ext>
                  </a:extLst>
                </a:gridCol>
                <a:gridCol w="168398">
                  <a:extLst>
                    <a:ext uri="{9D8B030D-6E8A-4147-A177-3AD203B41FA5}">
                      <a16:colId xmlns:a16="http://schemas.microsoft.com/office/drawing/2014/main" val="285379642"/>
                    </a:ext>
                  </a:extLst>
                </a:gridCol>
                <a:gridCol w="396500">
                  <a:extLst>
                    <a:ext uri="{9D8B030D-6E8A-4147-A177-3AD203B41FA5}">
                      <a16:colId xmlns:a16="http://schemas.microsoft.com/office/drawing/2014/main" val="860225948"/>
                    </a:ext>
                  </a:extLst>
                </a:gridCol>
                <a:gridCol w="396500">
                  <a:extLst>
                    <a:ext uri="{9D8B030D-6E8A-4147-A177-3AD203B41FA5}">
                      <a16:colId xmlns:a16="http://schemas.microsoft.com/office/drawing/2014/main" val="1688290985"/>
                    </a:ext>
                  </a:extLst>
                </a:gridCol>
                <a:gridCol w="396500">
                  <a:extLst>
                    <a:ext uri="{9D8B030D-6E8A-4147-A177-3AD203B41FA5}">
                      <a16:colId xmlns:a16="http://schemas.microsoft.com/office/drawing/2014/main" val="54030572"/>
                    </a:ext>
                  </a:extLst>
                </a:gridCol>
                <a:gridCol w="396500">
                  <a:extLst>
                    <a:ext uri="{9D8B030D-6E8A-4147-A177-3AD203B41FA5}">
                      <a16:colId xmlns:a16="http://schemas.microsoft.com/office/drawing/2014/main" val="3838647553"/>
                    </a:ext>
                  </a:extLst>
                </a:gridCol>
                <a:gridCol w="396500">
                  <a:extLst>
                    <a:ext uri="{9D8B030D-6E8A-4147-A177-3AD203B41FA5}">
                      <a16:colId xmlns:a16="http://schemas.microsoft.com/office/drawing/2014/main" val="217390760"/>
                    </a:ext>
                  </a:extLst>
                </a:gridCol>
                <a:gridCol w="396500">
                  <a:extLst>
                    <a:ext uri="{9D8B030D-6E8A-4147-A177-3AD203B41FA5}">
                      <a16:colId xmlns:a16="http://schemas.microsoft.com/office/drawing/2014/main" val="1744768623"/>
                    </a:ext>
                  </a:extLst>
                </a:gridCol>
                <a:gridCol w="450000">
                  <a:extLst>
                    <a:ext uri="{9D8B030D-6E8A-4147-A177-3AD203B41FA5}">
                      <a16:colId xmlns:a16="http://schemas.microsoft.com/office/drawing/2014/main" val="2294009759"/>
                    </a:ext>
                  </a:extLst>
                </a:gridCol>
                <a:gridCol w="415767">
                  <a:extLst>
                    <a:ext uri="{9D8B030D-6E8A-4147-A177-3AD203B41FA5}">
                      <a16:colId xmlns:a16="http://schemas.microsoft.com/office/drawing/2014/main" val="3176190340"/>
                    </a:ext>
                  </a:extLst>
                </a:gridCol>
                <a:gridCol w="432000">
                  <a:extLst>
                    <a:ext uri="{9D8B030D-6E8A-4147-A177-3AD203B41FA5}">
                      <a16:colId xmlns:a16="http://schemas.microsoft.com/office/drawing/2014/main" val="3120520706"/>
                    </a:ext>
                  </a:extLst>
                </a:gridCol>
                <a:gridCol w="396500">
                  <a:extLst>
                    <a:ext uri="{9D8B030D-6E8A-4147-A177-3AD203B41FA5}">
                      <a16:colId xmlns:a16="http://schemas.microsoft.com/office/drawing/2014/main" val="1950821672"/>
                    </a:ext>
                  </a:extLst>
                </a:gridCol>
                <a:gridCol w="396500">
                  <a:extLst>
                    <a:ext uri="{9D8B030D-6E8A-4147-A177-3AD203B41FA5}">
                      <a16:colId xmlns:a16="http://schemas.microsoft.com/office/drawing/2014/main" val="1123036652"/>
                    </a:ext>
                  </a:extLst>
                </a:gridCol>
                <a:gridCol w="396500">
                  <a:extLst>
                    <a:ext uri="{9D8B030D-6E8A-4147-A177-3AD203B41FA5}">
                      <a16:colId xmlns:a16="http://schemas.microsoft.com/office/drawing/2014/main" val="1831614306"/>
                    </a:ext>
                  </a:extLst>
                </a:gridCol>
                <a:gridCol w="396500">
                  <a:extLst>
                    <a:ext uri="{9D8B030D-6E8A-4147-A177-3AD203B41FA5}">
                      <a16:colId xmlns:a16="http://schemas.microsoft.com/office/drawing/2014/main" val="4162564473"/>
                    </a:ext>
                  </a:extLst>
                </a:gridCol>
                <a:gridCol w="396500">
                  <a:extLst>
                    <a:ext uri="{9D8B030D-6E8A-4147-A177-3AD203B41FA5}">
                      <a16:colId xmlns:a16="http://schemas.microsoft.com/office/drawing/2014/main" val="728232372"/>
                    </a:ext>
                  </a:extLst>
                </a:gridCol>
                <a:gridCol w="432000">
                  <a:extLst>
                    <a:ext uri="{9D8B030D-6E8A-4147-A177-3AD203B41FA5}">
                      <a16:colId xmlns:a16="http://schemas.microsoft.com/office/drawing/2014/main" val="4004576480"/>
                    </a:ext>
                  </a:extLst>
                </a:gridCol>
                <a:gridCol w="396500">
                  <a:extLst>
                    <a:ext uri="{9D8B030D-6E8A-4147-A177-3AD203B41FA5}">
                      <a16:colId xmlns:a16="http://schemas.microsoft.com/office/drawing/2014/main" val="1704077340"/>
                    </a:ext>
                  </a:extLst>
                </a:gridCol>
                <a:gridCol w="396500">
                  <a:extLst>
                    <a:ext uri="{9D8B030D-6E8A-4147-A177-3AD203B41FA5}">
                      <a16:colId xmlns:a16="http://schemas.microsoft.com/office/drawing/2014/main" val="2179293602"/>
                    </a:ext>
                  </a:extLst>
                </a:gridCol>
                <a:gridCol w="396500">
                  <a:extLst>
                    <a:ext uri="{9D8B030D-6E8A-4147-A177-3AD203B41FA5}">
                      <a16:colId xmlns:a16="http://schemas.microsoft.com/office/drawing/2014/main" val="2434296480"/>
                    </a:ext>
                  </a:extLst>
                </a:gridCol>
                <a:gridCol w="432000">
                  <a:extLst>
                    <a:ext uri="{9D8B030D-6E8A-4147-A177-3AD203B41FA5}">
                      <a16:colId xmlns:a16="http://schemas.microsoft.com/office/drawing/2014/main" val="2569249829"/>
                    </a:ext>
                  </a:extLst>
                </a:gridCol>
              </a:tblGrid>
              <a:tr h="405812">
                <a:tc rowSpan="2">
                  <a:txBody>
                    <a:bodyPr/>
                    <a:lstStyle/>
                    <a:p>
                      <a:pPr>
                        <a:lnSpc>
                          <a:spcPct val="107000"/>
                        </a:lnSpc>
                        <a:spcAft>
                          <a:spcPts val="800"/>
                        </a:spcAft>
                      </a:pPr>
                      <a:r>
                        <a:rPr lang="en-US" sz="800" b="1" dirty="0">
                          <a:solidFill>
                            <a:schemeClr val="bg1"/>
                          </a:solidFill>
                          <a:effectLst/>
                          <a:latin typeface="Aptos" panose="020B0004020202020204" pitchFamily="34" charset="0"/>
                          <a:cs typeface="Arial" panose="020B0604020202020204" pitchFamily="34" charset="0"/>
                        </a:rPr>
                        <a:t>Population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solidFill>
                  </a:tcPr>
                </a:tc>
                <a:tc rowSpan="2">
                  <a:txBody>
                    <a:bodyPr/>
                    <a:lstStyle/>
                    <a:p>
                      <a:pPr>
                        <a:lnSpc>
                          <a:spcPct val="107000"/>
                        </a:lnSpc>
                        <a:spcAft>
                          <a:spcPts val="800"/>
                        </a:spcAft>
                      </a:pPr>
                      <a:r>
                        <a:rPr lang="en-US" sz="800" b="1" dirty="0">
                          <a:solidFill>
                            <a:schemeClr val="bg1"/>
                          </a:solidFill>
                          <a:effectLst/>
                          <a:latin typeface="Aptos" panose="020B0004020202020204" pitchFamily="34" charset="0"/>
                          <a:ea typeface="Aptos" panose="020B0004020202020204" pitchFamily="34" charset="0"/>
                          <a:cs typeface="Arial" panose="020B0604020202020204" pitchFamily="34" charset="0"/>
                        </a:rPr>
                        <a:t>Demographics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solidFill>
                  </a:tcPr>
                </a:tc>
                <a:tc gridSpan="5">
                  <a:txBody>
                    <a:bodyPr/>
                    <a:lstStyle/>
                    <a:p>
                      <a:pPr algn="ctr">
                        <a:lnSpc>
                          <a:spcPct val="107000"/>
                        </a:lnSpc>
                        <a:spcAft>
                          <a:spcPts val="800"/>
                        </a:spcAft>
                      </a:pPr>
                      <a:r>
                        <a:rPr lang="en-US" sz="800" b="1" dirty="0">
                          <a:solidFill>
                            <a:schemeClr val="bg1"/>
                          </a:solidFill>
                          <a:effectLst/>
                          <a:latin typeface="Aptos" panose="020B0004020202020204" pitchFamily="34" charset="0"/>
                          <a:ea typeface="Aptos" panose="020B0004020202020204" pitchFamily="34" charset="0"/>
                          <a:cs typeface="Arial" panose="020B0604020202020204" pitchFamily="34" charset="0"/>
                        </a:rPr>
                        <a:t>Well-being measures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solidFill>
                  </a:tcPr>
                </a:tc>
                <a:tc hMerge="1">
                  <a:txBody>
                    <a:bodyPr/>
                    <a:lstStyle/>
                    <a:p>
                      <a:pPr>
                        <a:lnSpc>
                          <a:spcPct val="107000"/>
                        </a:lnSpc>
                        <a:spcAft>
                          <a:spcPts val="800"/>
                        </a:spcAft>
                      </a:pPr>
                      <a:endParaRPr lang="en-US" sz="1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pPr>
                        <a:lnSpc>
                          <a:spcPct val="107000"/>
                        </a:lnSpc>
                        <a:spcAft>
                          <a:spcPts val="800"/>
                        </a:spcAft>
                      </a:pPr>
                      <a:endParaRPr lang="en-US" sz="1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pPr>
                        <a:lnSpc>
                          <a:spcPct val="107000"/>
                        </a:lnSpc>
                        <a:spcAft>
                          <a:spcPts val="800"/>
                        </a:spcAft>
                      </a:pPr>
                      <a:endParaRPr lang="en-US" sz="1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pPr>
                        <a:lnSpc>
                          <a:spcPct val="107000"/>
                        </a:lnSpc>
                        <a:spcAft>
                          <a:spcPts val="800"/>
                        </a:spcAft>
                      </a:pPr>
                      <a:endParaRPr lang="en-US" sz="1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gridSpan="2">
                  <a:txBody>
                    <a:bodyPr/>
                    <a:lstStyle/>
                    <a:p>
                      <a:pPr>
                        <a:lnSpc>
                          <a:spcPct val="107000"/>
                        </a:lnSpc>
                        <a:spcAft>
                          <a:spcPts val="800"/>
                        </a:spcAft>
                      </a:pPr>
                      <a:r>
                        <a:rPr lang="en-US" sz="800" b="1" dirty="0">
                          <a:solidFill>
                            <a:schemeClr val="bg1"/>
                          </a:solidFill>
                          <a:effectLst/>
                          <a:latin typeface="Aptos" panose="020B0004020202020204" pitchFamily="34" charset="0"/>
                          <a:ea typeface="Aptos" panose="020B0004020202020204" pitchFamily="34" charset="0"/>
                          <a:cs typeface="Arial" panose="020B0604020202020204" pitchFamily="34" charset="0"/>
                        </a:rPr>
                        <a:t>Generic health</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solidFill>
                  </a:tcPr>
                </a:tc>
                <a:tc hMerge="1">
                  <a:txBody>
                    <a:bodyPr/>
                    <a:lstStyle/>
                    <a:p>
                      <a:pPr>
                        <a:lnSpc>
                          <a:spcPct val="107000"/>
                        </a:lnSpc>
                        <a:spcAft>
                          <a:spcPts val="800"/>
                        </a:spcAft>
                      </a:pPr>
                      <a:endParaRPr lang="en-US" sz="1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gridSpan="3">
                  <a:txBody>
                    <a:bodyPr/>
                    <a:lstStyle/>
                    <a:p>
                      <a:pPr>
                        <a:lnSpc>
                          <a:spcPct val="107000"/>
                        </a:lnSpc>
                        <a:spcAft>
                          <a:spcPts val="800"/>
                        </a:spcAft>
                      </a:pPr>
                      <a:r>
                        <a:rPr lang="en-US" sz="800" b="1" dirty="0">
                          <a:solidFill>
                            <a:schemeClr val="bg1"/>
                          </a:solidFill>
                          <a:effectLst/>
                          <a:latin typeface="Aptos" panose="020B0004020202020204" pitchFamily="34" charset="0"/>
                          <a:ea typeface="Aptos" panose="020B0004020202020204" pitchFamily="34" charset="0"/>
                          <a:cs typeface="Arial" panose="020B0604020202020204" pitchFamily="34" charset="0"/>
                        </a:rPr>
                        <a:t>Generic well-being</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solidFill>
                  </a:tcPr>
                </a:tc>
                <a:tc hMerge="1">
                  <a:txBody>
                    <a:bodyPr/>
                    <a:lstStyle/>
                    <a:p>
                      <a:pPr>
                        <a:lnSpc>
                          <a:spcPct val="107000"/>
                        </a:lnSpc>
                        <a:spcAft>
                          <a:spcPts val="800"/>
                        </a:spcAft>
                      </a:pPr>
                      <a:endParaRPr lang="en-US" sz="1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hMerge="1">
                  <a:txBody>
                    <a:bodyPr/>
                    <a:lstStyle/>
                    <a:p>
                      <a:pPr>
                        <a:lnSpc>
                          <a:spcPct val="107000"/>
                        </a:lnSpc>
                        <a:spcAft>
                          <a:spcPts val="800"/>
                        </a:spcAft>
                      </a:pPr>
                      <a:endParaRPr lang="en-US" sz="1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gridSpan="3">
                  <a:txBody>
                    <a:bodyPr/>
                    <a:lstStyle/>
                    <a:p>
                      <a:pPr>
                        <a:lnSpc>
                          <a:spcPct val="107000"/>
                        </a:lnSpc>
                        <a:spcAft>
                          <a:spcPts val="800"/>
                        </a:spcAft>
                      </a:pPr>
                      <a:r>
                        <a:rPr lang="en-US" sz="800" b="1" dirty="0">
                          <a:solidFill>
                            <a:schemeClr val="bg1"/>
                          </a:solidFill>
                          <a:effectLst/>
                          <a:latin typeface="Aptos" panose="020B0004020202020204" pitchFamily="34" charset="0"/>
                          <a:ea typeface="Aptos" panose="020B0004020202020204" pitchFamily="34" charset="0"/>
                          <a:cs typeface="Arial" panose="020B0604020202020204" pitchFamily="34" charset="0"/>
                        </a:rPr>
                        <a:t>Subgroup-specific</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solidFill>
                  </a:tcPr>
                </a:tc>
                <a:tc hMerge="1">
                  <a:txBody>
                    <a:bodyPr/>
                    <a:lstStyle/>
                    <a:p>
                      <a:endParaRPr lang="en-US"/>
                    </a:p>
                  </a:txBody>
                  <a:tcPr/>
                </a:tc>
                <a:tc hMerge="1">
                  <a:txBody>
                    <a:bodyPr/>
                    <a:lstStyle/>
                    <a:p>
                      <a:pPr>
                        <a:lnSpc>
                          <a:spcPct val="107000"/>
                        </a:lnSpc>
                        <a:spcAft>
                          <a:spcPts val="800"/>
                        </a:spcAft>
                      </a:pPr>
                      <a:endParaRPr lang="en-US" sz="800" b="1" dirty="0">
                        <a:solidFill>
                          <a:schemeClr val="bg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solidFill>
                  </a:tcPr>
                </a:tc>
                <a:tc gridSpan="5">
                  <a:txBody>
                    <a:bodyPr/>
                    <a:lstStyle/>
                    <a:p>
                      <a:pPr marL="0" marR="0" lvl="0" indent="0" algn="l" defTabSz="457200" rtl="0" eaLnBrk="1" fontAlgn="auto" latinLnBrk="0" hangingPunct="1">
                        <a:lnSpc>
                          <a:spcPct val="107000"/>
                        </a:lnSpc>
                        <a:spcBef>
                          <a:spcPts val="0"/>
                        </a:spcBef>
                        <a:spcAft>
                          <a:spcPts val="800"/>
                        </a:spcAft>
                        <a:buClrTx/>
                        <a:buSzTx/>
                        <a:buFontTx/>
                        <a:buNone/>
                        <a:tabLst/>
                        <a:defRPr/>
                      </a:pPr>
                      <a:r>
                        <a:rPr lang="en-US" sz="800" b="1" dirty="0">
                          <a:solidFill>
                            <a:schemeClr val="bg1"/>
                          </a:solidFill>
                          <a:effectLst/>
                          <a:latin typeface="Aptos" panose="020B0004020202020204" pitchFamily="34" charset="0"/>
                          <a:ea typeface="Aptos" panose="020B0004020202020204" pitchFamily="34" charset="0"/>
                          <a:cs typeface="Arial" panose="020B0604020202020204" pitchFamily="34" charset="0"/>
                        </a:rPr>
                        <a:t>Disease-specific</a:t>
                      </a:r>
                    </a:p>
                    <a:p>
                      <a:pPr>
                        <a:lnSpc>
                          <a:spcPct val="107000"/>
                        </a:lnSpc>
                        <a:spcAft>
                          <a:spcPts val="800"/>
                        </a:spcAft>
                      </a:pPr>
                      <a:endParaRPr lang="en-US" sz="800" b="1" dirty="0">
                        <a:solidFill>
                          <a:schemeClr val="bg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solidFill>
                      <a:schemeClr val="accent1"/>
                    </a:solidFill>
                  </a:tcPr>
                </a:tc>
                <a:tc hMerge="1">
                  <a:txBody>
                    <a:bodyPr/>
                    <a:lstStyle/>
                    <a:p>
                      <a:pPr>
                        <a:lnSpc>
                          <a:spcPct val="107000"/>
                        </a:lnSpc>
                        <a:spcAft>
                          <a:spcPts val="800"/>
                        </a:spcAft>
                      </a:pPr>
                      <a:endParaRPr lang="en-US" sz="800" b="1" dirty="0">
                        <a:solidFill>
                          <a:schemeClr val="bg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solidFill>
                  </a:tcPr>
                </a:tc>
                <a:tc hMerge="1">
                  <a:txBody>
                    <a:bodyPr/>
                    <a:lstStyle/>
                    <a:p>
                      <a:pPr>
                        <a:lnSpc>
                          <a:spcPct val="107000"/>
                        </a:lnSpc>
                        <a:spcAft>
                          <a:spcPts val="800"/>
                        </a:spcAft>
                      </a:pPr>
                      <a:endParaRPr lang="en-US" sz="800" b="1" dirty="0">
                        <a:solidFill>
                          <a:schemeClr val="bg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solidFill>
                  </a:tcPr>
                </a:tc>
                <a:tc hMerge="1">
                  <a:txBody>
                    <a:bodyPr/>
                    <a:lstStyle/>
                    <a:p>
                      <a:pPr>
                        <a:lnSpc>
                          <a:spcPct val="107000"/>
                        </a:lnSpc>
                        <a:spcAft>
                          <a:spcPts val="800"/>
                        </a:spcAft>
                      </a:pPr>
                      <a:endParaRPr lang="en-US" sz="800" b="1" dirty="0">
                        <a:solidFill>
                          <a:schemeClr val="bg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solidFill>
                  </a:tcPr>
                </a:tc>
                <a:tc hMerge="1">
                  <a:txBody>
                    <a:bodyPr/>
                    <a:lstStyle/>
                    <a:p>
                      <a:pPr>
                        <a:lnSpc>
                          <a:spcPct val="107000"/>
                        </a:lnSpc>
                        <a:spcAft>
                          <a:spcPts val="800"/>
                        </a:spcAft>
                      </a:pPr>
                      <a:endParaRPr lang="en-US" sz="800" b="1" dirty="0">
                        <a:solidFill>
                          <a:schemeClr val="bg1"/>
                        </a:solidFill>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solidFill>
                  </a:tcPr>
                </a:tc>
                <a:tc rowSpan="2">
                  <a:txBody>
                    <a:bodyPr/>
                    <a:lstStyle/>
                    <a:p>
                      <a:pPr>
                        <a:lnSpc>
                          <a:spcPct val="107000"/>
                        </a:lnSpc>
                        <a:spcAft>
                          <a:spcPts val="800"/>
                        </a:spcAft>
                      </a:pPr>
                      <a:r>
                        <a:rPr lang="en-US" sz="800" b="1" dirty="0">
                          <a:solidFill>
                            <a:schemeClr val="bg1"/>
                          </a:solidFill>
                          <a:effectLst/>
                          <a:latin typeface="Aptos" panose="020B0004020202020204" pitchFamily="34" charset="0"/>
                          <a:ea typeface="Aptos" panose="020B0004020202020204" pitchFamily="34" charset="0"/>
                          <a:cs typeface="Arial" panose="020B0604020202020204" pitchFamily="34" charset="0"/>
                        </a:rPr>
                        <a:t>Total items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solidFill>
                  </a:tcPr>
                </a:tc>
                <a:extLst>
                  <a:ext uri="{0D108BD9-81ED-4DB2-BD59-A6C34878D82A}">
                    <a16:rowId xmlns:a16="http://schemas.microsoft.com/office/drawing/2014/main" val="473997663"/>
                  </a:ext>
                </a:extLst>
              </a:tr>
              <a:tr h="1363263">
                <a:tc vMerge="1">
                  <a:txBody>
                    <a:bodyPr/>
                    <a:lstStyle/>
                    <a:p>
                      <a:endParaRPr dirty="0"/>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vMerge="1">
                  <a:txBody>
                    <a:bodyPr/>
                    <a:lstStyle/>
                    <a:p>
                      <a:pPr>
                        <a:lnSpc>
                          <a:spcPct val="107000"/>
                        </a:lnSpc>
                        <a:spcAft>
                          <a:spcPts val="800"/>
                        </a:spcAft>
                      </a:pPr>
                      <a:endParaRPr lang="en-US" sz="1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spcAft>
                          <a:spcPts val="800"/>
                        </a:spcAft>
                      </a:pPr>
                      <a:r>
                        <a:rPr lang="en-US" sz="800" b="1" dirty="0">
                          <a:effectLst/>
                          <a:latin typeface="Aptos" panose="020B0004020202020204" pitchFamily="34" charset="0"/>
                          <a:ea typeface="Aptos" panose="020B0004020202020204" pitchFamily="34" charset="0"/>
                          <a:cs typeface="Arial" panose="020B0604020202020204" pitchFamily="34" charset="0"/>
                        </a:rPr>
                        <a:t>EQ-HWB</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schemeClr>
                    </a:solidFill>
                  </a:tcPr>
                </a:tc>
                <a:tc>
                  <a:txBody>
                    <a:bodyPr/>
                    <a:lstStyle/>
                    <a:p>
                      <a:pPr>
                        <a:lnSpc>
                          <a:spcPct val="107000"/>
                        </a:lnSpc>
                        <a:spcAft>
                          <a:spcPts val="800"/>
                        </a:spcAft>
                      </a:pPr>
                      <a:r>
                        <a:rPr lang="en-US" sz="800" b="1" dirty="0">
                          <a:effectLst/>
                          <a:latin typeface="Aptos" panose="020B0004020202020204" pitchFamily="34" charset="0"/>
                          <a:ea typeface="Aptos" panose="020B0004020202020204" pitchFamily="34" charset="0"/>
                          <a:cs typeface="Arial" panose="020B0604020202020204" pitchFamily="34" charset="0"/>
                        </a:rPr>
                        <a:t>WiX</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schemeClr>
                    </a:solidFill>
                  </a:tcPr>
                </a:tc>
                <a:tc>
                  <a:txBody>
                    <a:bodyPr/>
                    <a:lstStyle/>
                    <a:p>
                      <a:pPr>
                        <a:lnSpc>
                          <a:spcPct val="107000"/>
                        </a:lnSpc>
                        <a:spcAft>
                          <a:spcPts val="800"/>
                        </a:spcAft>
                      </a:pPr>
                      <a:r>
                        <a:rPr lang="en-US" sz="800" b="1" dirty="0">
                          <a:effectLst/>
                          <a:latin typeface="Aptos" panose="020B0004020202020204" pitchFamily="34" charset="0"/>
                          <a:ea typeface="Aptos" panose="020B0004020202020204" pitchFamily="34" charset="0"/>
                          <a:cs typeface="Arial" panose="020B0604020202020204" pitchFamily="34" charset="0"/>
                        </a:rPr>
                        <a:t>SWB-5D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schemeClr>
                    </a:solidFill>
                  </a:tcPr>
                </a:tc>
                <a:tc>
                  <a:txBody>
                    <a:bodyPr/>
                    <a:lstStyle/>
                    <a:p>
                      <a:pPr>
                        <a:lnSpc>
                          <a:spcPct val="107000"/>
                        </a:lnSpc>
                        <a:spcAft>
                          <a:spcPts val="800"/>
                        </a:spcAft>
                      </a:pPr>
                      <a:r>
                        <a:rPr lang="en-US" sz="800" b="1" dirty="0">
                          <a:effectLst/>
                          <a:latin typeface="Aptos" panose="020B0004020202020204" pitchFamily="34" charset="0"/>
                          <a:ea typeface="Aptos" panose="020B0004020202020204" pitchFamily="34" charset="0"/>
                          <a:cs typeface="Arial" panose="020B0604020202020204" pitchFamily="34" charset="0"/>
                        </a:rPr>
                        <a:t>ASCOT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schemeClr>
                    </a:solidFill>
                  </a:tcPr>
                </a:tc>
                <a:tc>
                  <a:txBody>
                    <a:bodyPr/>
                    <a:lstStyle/>
                    <a:p>
                      <a:pPr>
                        <a:lnSpc>
                          <a:spcPct val="107000"/>
                        </a:lnSpc>
                        <a:spcAft>
                          <a:spcPts val="800"/>
                        </a:spcAft>
                      </a:pPr>
                      <a:r>
                        <a:rPr lang="en-US" sz="800" b="1" dirty="0">
                          <a:effectLst/>
                          <a:latin typeface="Aptos" panose="020B0004020202020204" pitchFamily="34" charset="0"/>
                          <a:ea typeface="Aptos" panose="020B0004020202020204" pitchFamily="34" charset="0"/>
                          <a:cs typeface="Arial" panose="020B0604020202020204" pitchFamily="34" charset="0"/>
                        </a:rPr>
                        <a:t>ICECAP-A</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schemeClr>
                    </a:solidFill>
                  </a:tcPr>
                </a:tc>
                <a:tc>
                  <a:txBody>
                    <a:bodyPr/>
                    <a:lstStyle/>
                    <a:p>
                      <a:pPr>
                        <a:lnSpc>
                          <a:spcPct val="107000"/>
                        </a:lnSpc>
                        <a:spcAft>
                          <a:spcPts val="800"/>
                        </a:spcAft>
                      </a:pPr>
                      <a:r>
                        <a:rPr lang="en-US" sz="800" b="1" dirty="0">
                          <a:effectLst/>
                          <a:latin typeface="Aptos" panose="020B0004020202020204" pitchFamily="34" charset="0"/>
                          <a:ea typeface="Aptos" panose="020B0004020202020204" pitchFamily="34" charset="0"/>
                          <a:cs typeface="Arial" panose="020B0604020202020204" pitchFamily="34" charset="0"/>
                        </a:rPr>
                        <a:t>EQ-5D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schemeClr>
                    </a:solidFill>
                  </a:tcPr>
                </a:tc>
                <a:tc>
                  <a:txBody>
                    <a:bodyPr/>
                    <a:lstStyle/>
                    <a:p>
                      <a:pPr>
                        <a:lnSpc>
                          <a:spcPct val="107000"/>
                        </a:lnSpc>
                        <a:spcAft>
                          <a:spcPts val="800"/>
                        </a:spcAft>
                      </a:pPr>
                      <a:r>
                        <a:rPr lang="en-US" sz="800" b="1" dirty="0">
                          <a:effectLst/>
                          <a:latin typeface="Aptos" panose="020B0004020202020204" pitchFamily="34" charset="0"/>
                          <a:ea typeface="Aptos" panose="020B0004020202020204" pitchFamily="34" charset="0"/>
                          <a:cs typeface="Arial" panose="020B0604020202020204" pitchFamily="34" charset="0"/>
                        </a:rPr>
                        <a:t>Self-rated health</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schemeClr>
                    </a:solidFill>
                  </a:tcPr>
                </a:tc>
                <a:tc>
                  <a:txBody>
                    <a:bodyPr/>
                    <a:lstStyle/>
                    <a:p>
                      <a:pPr>
                        <a:lnSpc>
                          <a:spcPct val="107000"/>
                        </a:lnSpc>
                        <a:spcAft>
                          <a:spcPts val="800"/>
                        </a:spcAft>
                      </a:pPr>
                      <a:r>
                        <a:rPr lang="en-US" sz="800" b="1" dirty="0">
                          <a:effectLst/>
                          <a:latin typeface="Aptos" panose="020B0004020202020204" pitchFamily="34" charset="0"/>
                          <a:ea typeface="Aptos" panose="020B0004020202020204" pitchFamily="34" charset="0"/>
                          <a:cs typeface="Arial" panose="020B0604020202020204" pitchFamily="34" charset="0"/>
                        </a:rPr>
                        <a:t>SWLS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schemeClr>
                    </a:solidFill>
                  </a:tcPr>
                </a:tc>
                <a:tc>
                  <a:txBody>
                    <a:bodyPr/>
                    <a:lstStyle/>
                    <a:p>
                      <a:pPr>
                        <a:lnSpc>
                          <a:spcPct val="107000"/>
                        </a:lnSpc>
                        <a:spcAft>
                          <a:spcPts val="800"/>
                        </a:spcAft>
                      </a:pPr>
                      <a:r>
                        <a:rPr lang="en-US" sz="800" b="1" dirty="0">
                          <a:effectLst/>
                          <a:latin typeface="Aptos" panose="020B0004020202020204" pitchFamily="34" charset="0"/>
                          <a:ea typeface="Aptos" panose="020B0004020202020204" pitchFamily="34" charset="0"/>
                          <a:cs typeface="Arial" panose="020B0604020202020204" pitchFamily="34" charset="0"/>
                        </a:rPr>
                        <a:t>OECD questions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schemeClr>
                    </a:solidFill>
                  </a:tcPr>
                </a:tc>
                <a:tc>
                  <a:txBody>
                    <a:bodyPr/>
                    <a:lstStyle/>
                    <a:p>
                      <a:pPr>
                        <a:lnSpc>
                          <a:spcPct val="107000"/>
                        </a:lnSpc>
                        <a:spcAft>
                          <a:spcPts val="800"/>
                        </a:spcAft>
                      </a:pPr>
                      <a:r>
                        <a:rPr lang="en-US" sz="800" b="1" dirty="0">
                          <a:effectLst/>
                          <a:latin typeface="Aptos" panose="020B0004020202020204" pitchFamily="34" charset="0"/>
                          <a:ea typeface="Aptos" panose="020B0004020202020204" pitchFamily="34" charset="0"/>
                          <a:cs typeface="Arial" panose="020B0604020202020204" pitchFamily="34" charset="0"/>
                        </a:rPr>
                        <a:t>SPANE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schemeClr>
                    </a:solidFill>
                  </a:tcPr>
                </a:tc>
                <a:tc>
                  <a:txBody>
                    <a:bodyPr/>
                    <a:lstStyle/>
                    <a:p>
                      <a:pPr>
                        <a:lnSpc>
                          <a:spcPct val="107000"/>
                        </a:lnSpc>
                        <a:spcAft>
                          <a:spcPts val="800"/>
                        </a:spcAft>
                      </a:pPr>
                      <a:r>
                        <a:rPr lang="en-US" sz="800" b="1" dirty="0">
                          <a:effectLst/>
                          <a:latin typeface="Aptos" panose="020B0004020202020204" pitchFamily="34" charset="0"/>
                          <a:ea typeface="Aptos" panose="020B0004020202020204" pitchFamily="34" charset="0"/>
                          <a:cs typeface="Arial" panose="020B0604020202020204" pitchFamily="34" charset="0"/>
                        </a:rPr>
                        <a:t>WOOP</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schemeClr>
                    </a:solidFill>
                  </a:tcPr>
                </a:tc>
                <a:tc>
                  <a:txBody>
                    <a:bodyPr/>
                    <a:lstStyle/>
                    <a:p>
                      <a:pPr marL="0" marR="0" lvl="0" indent="0" algn="l" defTabSz="457200" rtl="0" eaLnBrk="1" fontAlgn="auto" latinLnBrk="0" hangingPunct="1">
                        <a:lnSpc>
                          <a:spcPct val="107000"/>
                        </a:lnSpc>
                        <a:spcBef>
                          <a:spcPts val="0"/>
                        </a:spcBef>
                        <a:spcAft>
                          <a:spcPts val="800"/>
                        </a:spcAft>
                        <a:buClrTx/>
                        <a:buSzTx/>
                        <a:buFontTx/>
                        <a:buNone/>
                        <a:tabLst/>
                        <a:defRPr/>
                      </a:pPr>
                      <a:r>
                        <a:rPr lang="en-US" sz="800" b="1" dirty="0">
                          <a:effectLst/>
                          <a:latin typeface="Aptos" panose="020B0004020202020204" pitchFamily="34" charset="0"/>
                          <a:ea typeface="Aptos" panose="020B0004020202020204" pitchFamily="34" charset="0"/>
                          <a:cs typeface="Arial" panose="020B0604020202020204" pitchFamily="34" charset="0"/>
                        </a:rPr>
                        <a:t>QOL-ACC</a:t>
                      </a:r>
                    </a:p>
                    <a:p>
                      <a:pPr>
                        <a:lnSpc>
                          <a:spcPct val="107000"/>
                        </a:lnSpc>
                        <a:spcAft>
                          <a:spcPts val="800"/>
                        </a:spcAft>
                      </a:pPr>
                      <a:endParaRPr lang="en-US" sz="800" b="1"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schemeClr>
                    </a:solidFill>
                  </a:tcPr>
                </a:tc>
                <a:tc>
                  <a:txBody>
                    <a:bodyPr/>
                    <a:lstStyle/>
                    <a:p>
                      <a:pPr marL="0" marR="0" lvl="0" indent="0" algn="l" defTabSz="457200" rtl="0" eaLnBrk="1" fontAlgn="auto" latinLnBrk="0" hangingPunct="1">
                        <a:lnSpc>
                          <a:spcPct val="107000"/>
                        </a:lnSpc>
                        <a:spcBef>
                          <a:spcPts val="0"/>
                        </a:spcBef>
                        <a:spcAft>
                          <a:spcPts val="800"/>
                        </a:spcAft>
                        <a:buClrTx/>
                        <a:buSzTx/>
                        <a:buFontTx/>
                        <a:buNone/>
                        <a:tabLst/>
                        <a:defRPr/>
                      </a:pPr>
                      <a:r>
                        <a:rPr lang="en-US" sz="800" b="1" dirty="0">
                          <a:effectLst/>
                          <a:latin typeface="Aptos" panose="020B0004020202020204" pitchFamily="34" charset="0"/>
                          <a:ea typeface="Aptos" panose="020B0004020202020204" pitchFamily="34" charset="0"/>
                          <a:cs typeface="Arial" panose="020B0604020202020204" pitchFamily="34" charset="0"/>
                        </a:rPr>
                        <a:t>ICECAP-O</a:t>
                      </a:r>
                    </a:p>
                    <a:p>
                      <a:pPr>
                        <a:lnSpc>
                          <a:spcPct val="107000"/>
                        </a:lnSpc>
                        <a:spcAft>
                          <a:spcPts val="800"/>
                        </a:spcAft>
                      </a:pPr>
                      <a:endParaRPr lang="en-US" sz="800" b="1"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schemeClr>
                    </a:solidFill>
                  </a:tcPr>
                </a:tc>
                <a:tc>
                  <a:txBody>
                    <a:bodyPr/>
                    <a:lstStyle/>
                    <a:p>
                      <a:pPr>
                        <a:lnSpc>
                          <a:spcPct val="107000"/>
                        </a:lnSpc>
                        <a:spcAft>
                          <a:spcPts val="800"/>
                        </a:spcAft>
                      </a:pPr>
                      <a:r>
                        <a:rPr lang="en-US" sz="800" b="1" dirty="0">
                          <a:effectLst/>
                          <a:latin typeface="Aptos" panose="020B0004020202020204" pitchFamily="34" charset="0"/>
                          <a:ea typeface="Aptos" panose="020B0004020202020204" pitchFamily="34" charset="0"/>
                          <a:cs typeface="Arial" panose="020B0604020202020204" pitchFamily="34" charset="0"/>
                        </a:rPr>
                        <a:t>PHQ-9</a:t>
                      </a:r>
                    </a:p>
                    <a:p>
                      <a:pPr>
                        <a:lnSpc>
                          <a:spcPct val="107000"/>
                        </a:lnSpc>
                        <a:spcAft>
                          <a:spcPts val="800"/>
                        </a:spcAft>
                      </a:pPr>
                      <a:endParaRPr lang="en-US" sz="800" b="1"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B w="12700" cap="flat" cmpd="sng" algn="ctr">
                      <a:solidFill>
                        <a:srgbClr val="000000"/>
                      </a:solidFill>
                      <a:prstDash val="solid"/>
                      <a:round/>
                      <a:headEnd type="none" w="med" len="med"/>
                      <a:tailEnd type="none" w="med" len="med"/>
                    </a:lnB>
                    <a:solidFill>
                      <a:schemeClr val="tx2">
                        <a:lumMod val="20000"/>
                        <a:lumOff val="80000"/>
                      </a:schemeClr>
                    </a:solidFill>
                  </a:tcPr>
                </a:tc>
                <a:tc>
                  <a:txBody>
                    <a:bodyPr/>
                    <a:lstStyle/>
                    <a:p>
                      <a:pPr>
                        <a:lnSpc>
                          <a:spcPct val="107000"/>
                        </a:lnSpc>
                        <a:spcAft>
                          <a:spcPts val="800"/>
                        </a:spcAft>
                      </a:pPr>
                      <a:r>
                        <a:rPr lang="en-US" sz="800" b="1" dirty="0">
                          <a:effectLst/>
                          <a:latin typeface="Aptos" panose="020B0004020202020204" pitchFamily="34" charset="0"/>
                          <a:ea typeface="Aptos" panose="020B0004020202020204" pitchFamily="34" charset="0"/>
                          <a:cs typeface="Arial" panose="020B0604020202020204" pitchFamily="34" charset="0"/>
                        </a:rPr>
                        <a:t>RAPID-3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schemeClr>
                    </a:solidFill>
                  </a:tcPr>
                </a:tc>
                <a:tc>
                  <a:txBody>
                    <a:bodyPr/>
                    <a:lstStyle/>
                    <a:p>
                      <a:pPr>
                        <a:lnSpc>
                          <a:spcPct val="107000"/>
                        </a:lnSpc>
                        <a:spcAft>
                          <a:spcPts val="800"/>
                        </a:spcAft>
                      </a:pPr>
                      <a:r>
                        <a:rPr lang="en-US" sz="800" b="1" dirty="0">
                          <a:effectLst/>
                          <a:latin typeface="Aptos" panose="020B0004020202020204" pitchFamily="34" charset="0"/>
                          <a:ea typeface="Aptos" panose="020B0004020202020204" pitchFamily="34" charset="0"/>
                          <a:cs typeface="Arial" panose="020B0604020202020204" pitchFamily="34" charset="0"/>
                        </a:rPr>
                        <a:t>Short PSQI</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schemeClr>
                    </a:solidFill>
                  </a:tcPr>
                </a:tc>
                <a:tc>
                  <a:txBody>
                    <a:bodyPr/>
                    <a:lstStyle/>
                    <a:p>
                      <a:pPr>
                        <a:lnSpc>
                          <a:spcPct val="107000"/>
                        </a:lnSpc>
                        <a:spcAft>
                          <a:spcPts val="800"/>
                        </a:spcAft>
                      </a:pPr>
                      <a:r>
                        <a:rPr lang="en-US" sz="800" b="1" dirty="0">
                          <a:effectLst/>
                          <a:latin typeface="Aptos" panose="020B0004020202020204" pitchFamily="34" charset="0"/>
                          <a:ea typeface="Aptos" panose="020B0004020202020204" pitchFamily="34" charset="0"/>
                          <a:cs typeface="Arial" panose="020B0604020202020204" pitchFamily="34" charset="0"/>
                        </a:rPr>
                        <a:t>TBD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schemeClr>
                    </a:solidFill>
                  </a:tcPr>
                </a:tc>
                <a:tc>
                  <a:txBody>
                    <a:bodyPr/>
                    <a:lstStyle/>
                    <a:p>
                      <a:pPr>
                        <a:lnSpc>
                          <a:spcPct val="107000"/>
                        </a:lnSpc>
                        <a:spcAft>
                          <a:spcPts val="800"/>
                        </a:spcAft>
                      </a:pPr>
                      <a:r>
                        <a:rPr lang="en-US" sz="800" b="1" dirty="0">
                          <a:effectLst/>
                          <a:latin typeface="Aptos" panose="020B0004020202020204" pitchFamily="34" charset="0"/>
                          <a:ea typeface="Aptos" panose="020B0004020202020204" pitchFamily="34" charset="0"/>
                          <a:cs typeface="Arial" panose="020B0604020202020204" pitchFamily="34" charset="0"/>
                        </a:rPr>
                        <a:t>TBD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schemeClr>
                    </a:solidFill>
                  </a:tcPr>
                </a:tc>
                <a:tc vMerge="1">
                  <a:txBody>
                    <a:bodyPr/>
                    <a:lstStyle/>
                    <a:p>
                      <a:pPr>
                        <a:lnSpc>
                          <a:spcPct val="107000"/>
                        </a:lnSpc>
                        <a:spcAft>
                          <a:spcPts val="800"/>
                        </a:spcAft>
                      </a:pPr>
                      <a:endParaRPr lang="en-US" sz="11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63985324"/>
                  </a:ext>
                </a:extLst>
              </a:tr>
              <a:tr h="166587">
                <a:tc>
                  <a:txBody>
                    <a:bodyPr/>
                    <a:lstStyle/>
                    <a:p>
                      <a:pPr>
                        <a:lnSpc>
                          <a:spcPct val="107000"/>
                        </a:lnSpc>
                        <a:spcAft>
                          <a:spcPts val="800"/>
                        </a:spcAft>
                      </a:pPr>
                      <a:r>
                        <a:rPr lang="en-US" sz="800" b="1" dirty="0">
                          <a:effectLst/>
                          <a:latin typeface="Aptos" panose="020B0004020202020204" pitchFamily="34" charset="0"/>
                          <a:ea typeface="Aptos" panose="020B0004020202020204" pitchFamily="34" charset="0"/>
                          <a:cs typeface="Arial" panose="020B0604020202020204" pitchFamily="34" charset="0"/>
                        </a:rPr>
                        <a:t>General</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schemeClr>
                    </a:solidFill>
                  </a:tcPr>
                </a:tc>
                <a:tc rowSpan="7">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8</a:t>
                      </a:r>
                      <a:endParaRPr lang="en-US" sz="800" dirty="0">
                        <a:effectLst/>
                        <a:latin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EA72E"/>
                    </a:solidFill>
                  </a:tcPr>
                </a:tc>
                <a:tc rowSpan="7">
                  <a:txBody>
                    <a:bodyPr/>
                    <a:lstStyle/>
                    <a:p>
                      <a:pPr algn="ctr">
                        <a:lnSpc>
                          <a:spcPct val="107000"/>
                        </a:lnSpc>
                        <a:spcAft>
                          <a:spcPts val="800"/>
                        </a:spcAft>
                      </a:pPr>
                      <a:r>
                        <a:rPr lang="en-US" sz="800" dirty="0">
                          <a:effectLst/>
                          <a:latin typeface="Aptos" panose="020B0004020202020204" pitchFamily="34" charset="0"/>
                          <a:cs typeface="Arial" panose="020B0604020202020204" pitchFamily="34" charset="0"/>
                        </a:rPr>
                        <a:t>9</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EA72E"/>
                    </a:solidFill>
                  </a:tcPr>
                </a:tc>
                <a:tc rowSpan="7">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10</a:t>
                      </a:r>
                      <a:endParaRPr lang="en-US" sz="800" dirty="0">
                        <a:effectLst/>
                        <a:latin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EA72E"/>
                    </a:solidFill>
                  </a:tcPr>
                </a:tc>
                <a:tc rowSpan="7">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5</a:t>
                      </a:r>
                      <a:endParaRPr lang="en-US" sz="800" dirty="0">
                        <a:effectLst/>
                        <a:latin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EA72E"/>
                    </a:solidFill>
                  </a:tcPr>
                </a:tc>
                <a:tc rowSpan="7">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9</a:t>
                      </a:r>
                      <a:endParaRPr lang="en-US" sz="800" dirty="0">
                        <a:effectLst/>
                        <a:latin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EA72E"/>
                    </a:solidFill>
                  </a:tcPr>
                </a:tc>
                <a:tc rowSpan="7">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5</a:t>
                      </a:r>
                      <a:endParaRPr lang="en-US" sz="800" dirty="0">
                        <a:effectLst/>
                        <a:latin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EA72E"/>
                    </a:solidFill>
                  </a:tcPr>
                </a:tc>
                <a:tc rowSpan="7">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6</a:t>
                      </a:r>
                      <a:endParaRPr lang="en-US" sz="800" dirty="0">
                        <a:effectLst/>
                        <a:latin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EA72E"/>
                    </a:solidFill>
                  </a:tcPr>
                </a:tc>
                <a:tc rowSpan="7">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2</a:t>
                      </a:r>
                      <a:endParaRPr lang="en-US" sz="800" dirty="0">
                        <a:effectLst/>
                        <a:latin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EA72E"/>
                    </a:solidFill>
                  </a:tcPr>
                </a:tc>
                <a:tc rowSpan="7">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5</a:t>
                      </a:r>
                      <a:endParaRPr lang="en-US" sz="800" dirty="0">
                        <a:effectLst/>
                        <a:latin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EA72E"/>
                    </a:solidFill>
                  </a:tcPr>
                </a:tc>
                <a:tc rowSpan="7">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6</a:t>
                      </a:r>
                      <a:endParaRPr lang="en-US" sz="800" dirty="0">
                        <a:effectLst/>
                        <a:latin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EA72E"/>
                    </a:solidFill>
                  </a:tcPr>
                </a:tc>
                <a:tc rowSpan="7">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4</a:t>
                      </a:r>
                      <a:endParaRPr lang="en-US" sz="800" dirty="0">
                        <a:effectLst/>
                        <a:latin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EA72E"/>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69</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3685318820"/>
                  </a:ext>
                </a:extLst>
              </a:tr>
              <a:tr h="290647">
                <a:tc>
                  <a:txBody>
                    <a:bodyPr/>
                    <a:lstStyle/>
                    <a:p>
                      <a:pPr>
                        <a:lnSpc>
                          <a:spcPct val="107000"/>
                        </a:lnSpc>
                        <a:spcAft>
                          <a:spcPts val="800"/>
                        </a:spcAft>
                      </a:pPr>
                      <a:r>
                        <a:rPr lang="en-US" sz="800" b="1" dirty="0">
                          <a:effectLst/>
                          <a:latin typeface="Aptos" panose="020B0004020202020204" pitchFamily="34" charset="0"/>
                          <a:ea typeface="Aptos" panose="020B0004020202020204" pitchFamily="34" charset="0"/>
                          <a:cs typeface="Arial" panose="020B0604020202020204" pitchFamily="34" charset="0"/>
                        </a:rPr>
                        <a:t>Older people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schemeClr>
                    </a:solidFill>
                  </a:tcPr>
                </a:tc>
                <a:tc vMerge="1">
                  <a:txBody>
                    <a:bodyPr/>
                    <a:lstStyle/>
                    <a:p>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EA72E"/>
                    </a:solidFill>
                  </a:tcPr>
                </a:tc>
                <a:tc vMerge="1">
                  <a:txBody>
                    <a:bodyPr/>
                    <a:lstStyle/>
                    <a:p>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EA72E"/>
                    </a:solidFill>
                  </a:tcPr>
                </a:tc>
                <a:tc vMerge="1">
                  <a:txBody>
                    <a:bodyPr/>
                    <a:lstStyle/>
                    <a:p>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EA72E"/>
                    </a:solidFill>
                  </a:tcPr>
                </a:tc>
                <a:tc vMerge="1">
                  <a:txBody>
                    <a:bodyPr/>
                    <a:lstStyle/>
                    <a:p>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EA72E"/>
                    </a:solidFill>
                  </a:tcPr>
                </a:tc>
                <a:tc vMerge="1">
                  <a:txBody>
                    <a:bodyPr/>
                    <a:lstStyle/>
                    <a:p>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EA72E"/>
                    </a:solidFill>
                  </a:tcPr>
                </a:tc>
                <a:tc vMerge="1">
                  <a:txBody>
                    <a:bodyPr/>
                    <a:lstStyle/>
                    <a:p>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EA72E"/>
                    </a:solidFill>
                  </a:tcPr>
                </a:tc>
                <a:tc vMerge="1">
                  <a:txBody>
                    <a:bodyPr/>
                    <a:lstStyle/>
                    <a:p>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EA72E"/>
                    </a:solidFill>
                  </a:tcPr>
                </a:tc>
                <a:tc vMerge="1">
                  <a:txBody>
                    <a:bodyPr/>
                    <a:lstStyle/>
                    <a:p>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EA72E"/>
                    </a:solidFill>
                  </a:tcPr>
                </a:tc>
                <a:tc vMerge="1">
                  <a:txBody>
                    <a:bodyPr/>
                    <a:lstStyle/>
                    <a:p>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EA72E"/>
                    </a:solidFill>
                  </a:tcPr>
                </a:tc>
                <a:tc vMerge="1">
                  <a:txBody>
                    <a:bodyPr/>
                    <a:lstStyle/>
                    <a:p>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EA72E"/>
                    </a:solidFill>
                  </a:tcPr>
                </a:tc>
                <a:tc vMerge="1">
                  <a:txBody>
                    <a:bodyPr/>
                    <a:lstStyle/>
                    <a:p>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EA72E"/>
                    </a:solidFill>
                  </a:tcPr>
                </a:tc>
                <a:tc>
                  <a:txBody>
                    <a:bodyPr/>
                    <a:lstStyle/>
                    <a:p>
                      <a:pPr marL="0" marR="0" lvl="0" indent="0" algn="ctr" defTabSz="457200" rtl="0" eaLnBrk="1" fontAlgn="auto" latinLnBrk="0" hangingPunct="1">
                        <a:lnSpc>
                          <a:spcPct val="107000"/>
                        </a:lnSpc>
                        <a:spcBef>
                          <a:spcPts val="0"/>
                        </a:spcBef>
                        <a:spcAft>
                          <a:spcPts val="800"/>
                        </a:spcAft>
                        <a:buClrTx/>
                        <a:buSzTx/>
                        <a:buFontTx/>
                        <a:buNone/>
                        <a:tabLst/>
                        <a:defRPr/>
                      </a:pPr>
                      <a:r>
                        <a:rPr lang="en-US" sz="800" dirty="0">
                          <a:effectLst/>
                          <a:latin typeface="Aptos" panose="020B0004020202020204" pitchFamily="34" charset="0"/>
                          <a:ea typeface="Aptos" panose="020B0004020202020204" pitchFamily="34" charset="0"/>
                          <a:cs typeface="Arial" panose="020B0604020202020204" pitchFamily="34" charset="0"/>
                        </a:rPr>
                        <a:t>9</a:t>
                      </a:r>
                      <a:endParaRPr lang="en-US" sz="800" dirty="0">
                        <a:effectLst/>
                        <a:latin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EA72E"/>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6</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EA72E"/>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5</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EA72E"/>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89</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951639872"/>
                  </a:ext>
                </a:extLst>
              </a:tr>
              <a:tr h="290647">
                <a:tc>
                  <a:txBody>
                    <a:bodyPr/>
                    <a:lstStyle/>
                    <a:p>
                      <a:pPr>
                        <a:lnSpc>
                          <a:spcPct val="107000"/>
                        </a:lnSpc>
                        <a:spcAft>
                          <a:spcPts val="800"/>
                        </a:spcAft>
                      </a:pPr>
                      <a:r>
                        <a:rPr lang="en-US" sz="800" b="1" dirty="0">
                          <a:effectLst/>
                          <a:latin typeface="Aptos" panose="020B0004020202020204" pitchFamily="34" charset="0"/>
                          <a:ea typeface="Aptos" panose="020B0004020202020204" pitchFamily="34" charset="0"/>
                          <a:cs typeface="Arial" panose="020B0604020202020204" pitchFamily="34" charset="0"/>
                        </a:rPr>
                        <a:t>Depression</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schemeClr>
                    </a:solidFill>
                  </a:tcPr>
                </a:tc>
                <a:tc vMerge="1">
                  <a:txBody>
                    <a:bodyPr/>
                    <a:lstStyle/>
                    <a:p>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EA72E"/>
                    </a:solidFill>
                  </a:tcPr>
                </a:tc>
                <a:tc vMerge="1">
                  <a:txBody>
                    <a:bodyPr/>
                    <a:lstStyle/>
                    <a:p>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EA72E"/>
                    </a:solidFill>
                  </a:tcPr>
                </a:tc>
                <a:tc vMerge="1">
                  <a:txBody>
                    <a:bodyPr/>
                    <a:lstStyle/>
                    <a:p>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EA72E"/>
                    </a:solidFill>
                  </a:tcPr>
                </a:tc>
                <a:tc vMerge="1">
                  <a:txBody>
                    <a:bodyPr/>
                    <a:lstStyle/>
                    <a:p>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EA72E"/>
                    </a:solidFill>
                  </a:tcPr>
                </a:tc>
                <a:tc vMerge="1">
                  <a:txBody>
                    <a:bodyPr/>
                    <a:lstStyle/>
                    <a:p>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EA72E"/>
                    </a:solidFill>
                  </a:tcPr>
                </a:tc>
                <a:tc vMerge="1">
                  <a:txBody>
                    <a:bodyPr/>
                    <a:lstStyle/>
                    <a:p>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EA72E"/>
                    </a:solidFill>
                  </a:tcPr>
                </a:tc>
                <a:tc vMerge="1">
                  <a:txBody>
                    <a:bodyPr/>
                    <a:lstStyle/>
                    <a:p>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EA72E"/>
                    </a:solidFill>
                  </a:tcPr>
                </a:tc>
                <a:tc vMerge="1">
                  <a:txBody>
                    <a:bodyPr/>
                    <a:lstStyle/>
                    <a:p>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EA72E"/>
                    </a:solidFill>
                  </a:tcPr>
                </a:tc>
                <a:tc vMerge="1">
                  <a:txBody>
                    <a:bodyPr/>
                    <a:lstStyle/>
                    <a:p>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EA72E"/>
                    </a:solidFill>
                  </a:tcPr>
                </a:tc>
                <a:tc vMerge="1">
                  <a:txBody>
                    <a:bodyPr/>
                    <a:lstStyle/>
                    <a:p>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EA72E"/>
                    </a:solidFill>
                  </a:tcPr>
                </a:tc>
                <a:tc vMerge="1">
                  <a:txBody>
                    <a:bodyPr/>
                    <a:lstStyle/>
                    <a:p>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EA72E"/>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9</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EA72E"/>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 -</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 -</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 -</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78</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3297140663"/>
                  </a:ext>
                </a:extLst>
              </a:tr>
              <a:tr h="166587">
                <a:tc>
                  <a:txBody>
                    <a:bodyPr/>
                    <a:lstStyle/>
                    <a:p>
                      <a:pPr>
                        <a:lnSpc>
                          <a:spcPct val="107000"/>
                        </a:lnSpc>
                        <a:spcAft>
                          <a:spcPts val="800"/>
                        </a:spcAft>
                      </a:pPr>
                      <a:r>
                        <a:rPr lang="en-US" sz="800" b="1" dirty="0">
                          <a:effectLst/>
                          <a:latin typeface="Aptos" panose="020B0004020202020204" pitchFamily="34" charset="0"/>
                          <a:ea typeface="Aptos" panose="020B0004020202020204" pitchFamily="34" charset="0"/>
                          <a:cs typeface="Arial" panose="020B0604020202020204" pitchFamily="34" charset="0"/>
                        </a:rPr>
                        <a:t>Arthritis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schemeClr>
                    </a:solidFill>
                  </a:tcPr>
                </a:tc>
                <a:tc vMerge="1">
                  <a:txBody>
                    <a:bodyPr/>
                    <a:lstStyle/>
                    <a:p>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EA72E"/>
                    </a:solidFill>
                  </a:tcPr>
                </a:tc>
                <a:tc vMerge="1">
                  <a:txBody>
                    <a:bodyPr/>
                    <a:lstStyle/>
                    <a:p>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EA72E"/>
                    </a:solidFill>
                  </a:tcPr>
                </a:tc>
                <a:tc vMerge="1">
                  <a:txBody>
                    <a:bodyPr/>
                    <a:lstStyle/>
                    <a:p>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EA72E"/>
                    </a:solidFill>
                  </a:tcPr>
                </a:tc>
                <a:tc vMerge="1">
                  <a:txBody>
                    <a:bodyPr/>
                    <a:lstStyle/>
                    <a:p>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EA72E"/>
                    </a:solidFill>
                  </a:tcPr>
                </a:tc>
                <a:tc vMerge="1">
                  <a:txBody>
                    <a:bodyPr/>
                    <a:lstStyle/>
                    <a:p>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EA72E"/>
                    </a:solidFill>
                  </a:tcPr>
                </a:tc>
                <a:tc vMerge="1">
                  <a:txBody>
                    <a:bodyPr/>
                    <a:lstStyle/>
                    <a:p>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EA72E"/>
                    </a:solidFill>
                  </a:tcPr>
                </a:tc>
                <a:tc vMerge="1">
                  <a:txBody>
                    <a:bodyPr/>
                    <a:lstStyle/>
                    <a:p>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EA72E"/>
                    </a:solidFill>
                  </a:tcPr>
                </a:tc>
                <a:tc vMerge="1">
                  <a:txBody>
                    <a:bodyPr/>
                    <a:lstStyle/>
                    <a:p>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EA72E"/>
                    </a:solidFill>
                  </a:tcPr>
                </a:tc>
                <a:tc vMerge="1">
                  <a:txBody>
                    <a:bodyPr/>
                    <a:lstStyle/>
                    <a:p>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EA72E"/>
                    </a:solidFill>
                  </a:tcPr>
                </a:tc>
                <a:tc vMerge="1">
                  <a:txBody>
                    <a:bodyPr/>
                    <a:lstStyle/>
                    <a:p>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EA72E"/>
                    </a:solidFill>
                  </a:tcPr>
                </a:tc>
                <a:tc vMerge="1">
                  <a:txBody>
                    <a:bodyPr/>
                    <a:lstStyle/>
                    <a:p>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EA72E"/>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12 </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EA72E"/>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 -</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81</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1375550988"/>
                  </a:ext>
                </a:extLst>
              </a:tr>
              <a:tr h="166587">
                <a:tc>
                  <a:txBody>
                    <a:bodyPr/>
                    <a:lstStyle/>
                    <a:p>
                      <a:pPr>
                        <a:lnSpc>
                          <a:spcPct val="107000"/>
                        </a:lnSpc>
                        <a:spcAft>
                          <a:spcPts val="800"/>
                        </a:spcAft>
                      </a:pPr>
                      <a:r>
                        <a:rPr lang="en-US" sz="800" b="1" dirty="0">
                          <a:effectLst/>
                          <a:latin typeface="Aptos" panose="020B0004020202020204" pitchFamily="34" charset="0"/>
                          <a:ea typeface="Aptos" panose="020B0004020202020204" pitchFamily="34" charset="0"/>
                          <a:cs typeface="Arial" panose="020B0604020202020204" pitchFamily="34" charset="0"/>
                        </a:rPr>
                        <a:t>Sleep</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schemeClr>
                    </a:solidFill>
                  </a:tcPr>
                </a:tc>
                <a:tc vMerge="1">
                  <a:txBody>
                    <a:bodyPr/>
                    <a:lstStyle/>
                    <a:p>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EA72E"/>
                    </a:solidFill>
                  </a:tcPr>
                </a:tc>
                <a:tc vMerge="1">
                  <a:txBody>
                    <a:bodyPr/>
                    <a:lstStyle/>
                    <a:p>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EA72E"/>
                    </a:solidFill>
                  </a:tcPr>
                </a:tc>
                <a:tc vMerge="1">
                  <a:txBody>
                    <a:bodyPr/>
                    <a:lstStyle/>
                    <a:p>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EA72E"/>
                    </a:solidFill>
                  </a:tcPr>
                </a:tc>
                <a:tc vMerge="1">
                  <a:txBody>
                    <a:bodyPr/>
                    <a:lstStyle/>
                    <a:p>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EA72E"/>
                    </a:solidFill>
                  </a:tcPr>
                </a:tc>
                <a:tc vMerge="1">
                  <a:txBody>
                    <a:bodyPr/>
                    <a:lstStyle/>
                    <a:p>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EA72E"/>
                    </a:solidFill>
                  </a:tcPr>
                </a:tc>
                <a:tc vMerge="1">
                  <a:txBody>
                    <a:bodyPr/>
                    <a:lstStyle/>
                    <a:p>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EA72E"/>
                    </a:solidFill>
                  </a:tcPr>
                </a:tc>
                <a:tc vMerge="1">
                  <a:txBody>
                    <a:bodyPr/>
                    <a:lstStyle/>
                    <a:p>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EA72E"/>
                    </a:solidFill>
                  </a:tcPr>
                </a:tc>
                <a:tc vMerge="1">
                  <a:txBody>
                    <a:bodyPr/>
                    <a:lstStyle/>
                    <a:p>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EA72E"/>
                    </a:solidFill>
                  </a:tcPr>
                </a:tc>
                <a:tc vMerge="1">
                  <a:txBody>
                    <a:bodyPr/>
                    <a:lstStyle/>
                    <a:p>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EA72E"/>
                    </a:solidFill>
                  </a:tcPr>
                </a:tc>
                <a:tc vMerge="1">
                  <a:txBody>
                    <a:bodyPr/>
                    <a:lstStyle/>
                    <a:p>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EA72E"/>
                    </a:solidFill>
                  </a:tcPr>
                </a:tc>
                <a:tc vMerge="1">
                  <a:txBody>
                    <a:bodyPr/>
                    <a:lstStyle/>
                    <a:p>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EA72E"/>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 -</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13 </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EA72E"/>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 -</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82</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2845672183"/>
                  </a:ext>
                </a:extLst>
              </a:tr>
              <a:tr h="142804">
                <a:tc>
                  <a:txBody>
                    <a:bodyPr/>
                    <a:lstStyle/>
                    <a:p>
                      <a:pPr>
                        <a:lnSpc>
                          <a:spcPct val="107000"/>
                        </a:lnSpc>
                        <a:spcAft>
                          <a:spcPts val="800"/>
                        </a:spcAft>
                      </a:pPr>
                      <a:r>
                        <a:rPr lang="en-US" sz="800" b="1" dirty="0">
                          <a:effectLst/>
                          <a:latin typeface="Aptos" panose="020B0004020202020204" pitchFamily="34" charset="0"/>
                          <a:ea typeface="Aptos" panose="020B0004020202020204" pitchFamily="34" charset="0"/>
                          <a:cs typeface="Arial" panose="020B0604020202020204" pitchFamily="34" charset="0"/>
                        </a:rPr>
                        <a:t>Diabetes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schemeClr>
                    </a:solidFill>
                  </a:tcPr>
                </a:tc>
                <a:tc vMerge="1">
                  <a:txBody>
                    <a:bodyPr/>
                    <a:lstStyle/>
                    <a:p>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EA72E"/>
                    </a:solidFill>
                  </a:tcPr>
                </a:tc>
                <a:tc vMerge="1">
                  <a:txBody>
                    <a:bodyPr/>
                    <a:lstStyle/>
                    <a:p>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EA72E"/>
                    </a:solidFill>
                  </a:tcPr>
                </a:tc>
                <a:tc vMerge="1">
                  <a:txBody>
                    <a:bodyPr/>
                    <a:lstStyle/>
                    <a:p>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EA72E"/>
                    </a:solidFill>
                  </a:tcPr>
                </a:tc>
                <a:tc vMerge="1">
                  <a:txBody>
                    <a:bodyPr/>
                    <a:lstStyle/>
                    <a:p>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EA72E"/>
                    </a:solidFill>
                  </a:tcPr>
                </a:tc>
                <a:tc vMerge="1">
                  <a:txBody>
                    <a:bodyPr/>
                    <a:lstStyle/>
                    <a:p>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EA72E"/>
                    </a:solidFill>
                  </a:tcPr>
                </a:tc>
                <a:tc vMerge="1">
                  <a:txBody>
                    <a:bodyPr/>
                    <a:lstStyle/>
                    <a:p>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EA72E"/>
                    </a:solidFill>
                  </a:tcPr>
                </a:tc>
                <a:tc vMerge="1">
                  <a:txBody>
                    <a:bodyPr/>
                    <a:lstStyle/>
                    <a:p>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EA72E"/>
                    </a:solidFill>
                  </a:tcPr>
                </a:tc>
                <a:tc vMerge="1">
                  <a:txBody>
                    <a:bodyPr/>
                    <a:lstStyle/>
                    <a:p>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EA72E"/>
                    </a:solidFill>
                  </a:tcPr>
                </a:tc>
                <a:tc vMerge="1">
                  <a:txBody>
                    <a:bodyPr/>
                    <a:lstStyle/>
                    <a:p>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EA72E"/>
                    </a:solidFill>
                  </a:tcPr>
                </a:tc>
                <a:tc vMerge="1">
                  <a:txBody>
                    <a:bodyPr/>
                    <a:lstStyle/>
                    <a:p>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EA72E"/>
                    </a:solidFill>
                  </a:tcPr>
                </a:tc>
                <a:tc vMerge="1">
                  <a:txBody>
                    <a:bodyPr/>
                    <a:lstStyle/>
                    <a:p>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EA72E"/>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TBD</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EA72E"/>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TBD</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2896947668"/>
                  </a:ext>
                </a:extLst>
              </a:tr>
              <a:tr h="142804">
                <a:tc>
                  <a:txBody>
                    <a:bodyPr/>
                    <a:lstStyle/>
                    <a:p>
                      <a:pPr>
                        <a:lnSpc>
                          <a:spcPct val="107000"/>
                        </a:lnSpc>
                        <a:spcAft>
                          <a:spcPts val="800"/>
                        </a:spcAft>
                      </a:pPr>
                      <a:r>
                        <a:rPr lang="en-US" sz="800" b="1" dirty="0">
                          <a:effectLst/>
                          <a:latin typeface="Aptos" panose="020B0004020202020204" pitchFamily="34" charset="0"/>
                          <a:ea typeface="Aptos" panose="020B0004020202020204" pitchFamily="34" charset="0"/>
                          <a:cs typeface="Arial" panose="020B0604020202020204" pitchFamily="34" charset="0"/>
                        </a:rPr>
                        <a:t>Heart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schemeClr>
                    </a:solidFill>
                  </a:tcPr>
                </a:tc>
                <a:tc vMerge="1">
                  <a:txBody>
                    <a:bodyPr/>
                    <a:lstStyle/>
                    <a:p>
                      <a:endParaRPr dirty="0"/>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EA72E"/>
                    </a:solidFill>
                  </a:tcPr>
                </a:tc>
                <a:tc vMerge="1">
                  <a:txBody>
                    <a:bodyPr/>
                    <a:lstStyle/>
                    <a:p>
                      <a:endParaRPr dirty="0"/>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EA72E"/>
                    </a:solidFill>
                  </a:tcPr>
                </a:tc>
                <a:tc vMerge="1">
                  <a:txBody>
                    <a:bodyPr/>
                    <a:lstStyle/>
                    <a:p>
                      <a:endParaRPr dirty="0"/>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EA72E"/>
                    </a:solidFill>
                  </a:tcPr>
                </a:tc>
                <a:tc vMerge="1">
                  <a:txBody>
                    <a:bodyPr/>
                    <a:lstStyle/>
                    <a:p>
                      <a:endParaRPr dirty="0"/>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EA72E"/>
                    </a:solidFill>
                  </a:tcPr>
                </a:tc>
                <a:tc vMerge="1">
                  <a:txBody>
                    <a:bodyPr/>
                    <a:lstStyle/>
                    <a:p>
                      <a:endParaRPr dirty="0"/>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EA72E"/>
                    </a:solidFill>
                  </a:tcPr>
                </a:tc>
                <a:tc vMerge="1">
                  <a:txBody>
                    <a:bodyPr/>
                    <a:lstStyle/>
                    <a:p>
                      <a:endParaRPr dirty="0"/>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EA72E"/>
                    </a:solidFill>
                  </a:tcPr>
                </a:tc>
                <a:tc vMerge="1">
                  <a:txBody>
                    <a:bodyPr/>
                    <a:lstStyle/>
                    <a:p>
                      <a:endParaRPr dirty="0"/>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EA72E"/>
                    </a:solidFill>
                  </a:tcPr>
                </a:tc>
                <a:tc vMerge="1">
                  <a:txBody>
                    <a:bodyPr/>
                    <a:lstStyle/>
                    <a:p>
                      <a:endParaRPr dirty="0"/>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EA72E"/>
                    </a:solidFill>
                  </a:tcPr>
                </a:tc>
                <a:tc vMerge="1">
                  <a:txBody>
                    <a:bodyPr/>
                    <a:lstStyle/>
                    <a:p>
                      <a:endParaRPr dirty="0"/>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EA72E"/>
                    </a:solidFill>
                  </a:tcPr>
                </a:tc>
                <a:tc vMerge="1">
                  <a:txBody>
                    <a:bodyPr/>
                    <a:lstStyle/>
                    <a:p>
                      <a:endParaRPr dirty="0"/>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EA72E"/>
                    </a:solidFill>
                  </a:tcPr>
                </a:tc>
                <a:tc vMerge="1">
                  <a:txBody>
                    <a:bodyPr/>
                    <a:lstStyle/>
                    <a:p>
                      <a:endParaRPr dirty="0"/>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EA72E"/>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1">
                        <a:lumMod val="95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TBD</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EA72E"/>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TBD</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2283951323"/>
                  </a:ext>
                </a:extLst>
              </a:tr>
            </a:tbl>
          </a:graphicData>
        </a:graphic>
      </p:graphicFrame>
      <p:sp>
        <p:nvSpPr>
          <p:cNvPr id="2" name="Tijdelijke aanduiding voor inhoud 5">
            <a:extLst>
              <a:ext uri="{FF2B5EF4-FFF2-40B4-BE49-F238E27FC236}">
                <a16:creationId xmlns:a16="http://schemas.microsoft.com/office/drawing/2014/main" id="{5570506E-F1EE-1119-F894-ED2827200481}"/>
              </a:ext>
            </a:extLst>
          </p:cNvPr>
          <p:cNvSpPr txBox="1">
            <a:spLocks/>
          </p:cNvSpPr>
          <p:nvPr/>
        </p:nvSpPr>
        <p:spPr>
          <a:xfrm>
            <a:off x="245659" y="3970231"/>
            <a:ext cx="7953976" cy="329817"/>
          </a:xfrm>
          <a:prstGeom prst="rect">
            <a:avLst/>
          </a:prstGeom>
        </p:spPr>
        <p:txBody>
          <a:bodyPr vert="horz" lIns="0" tIns="0" rIns="0" bIns="0" rtlCol="0" anchor="t" anchorCtr="0">
            <a:noAutofit/>
          </a:bodyPr>
          <a:lstStyle>
            <a:lvl1pPr marL="216000" indent="-216000" algn="l" defTabSz="457200" rtl="0" eaLnBrk="1" latinLnBrk="0" hangingPunct="1">
              <a:lnSpc>
                <a:spcPts val="2300"/>
              </a:lnSpc>
              <a:spcBef>
                <a:spcPts val="0"/>
              </a:spcBef>
              <a:buSzPct val="100000"/>
              <a:buFont typeface="Arial"/>
              <a:buChar char="•"/>
              <a:defRPr sz="1800" b="0" i="0" kern="1200" baseline="0">
                <a:solidFill>
                  <a:schemeClr val="tx1"/>
                </a:solidFill>
                <a:latin typeface="+mn-lt"/>
                <a:ea typeface="+mn-ea"/>
                <a:cs typeface="Museo Sans 500"/>
              </a:defRPr>
            </a:lvl1pPr>
            <a:lvl2pPr marL="432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2pPr>
            <a:lvl3pPr marL="648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3pPr>
            <a:lvl4pPr marL="864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4pPr>
            <a:lvl5pPr marL="1080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lvl="2"/>
            <a:endParaRPr lang="en-US" dirty="0"/>
          </a:p>
        </p:txBody>
      </p:sp>
      <p:sp>
        <p:nvSpPr>
          <p:cNvPr id="6" name="TextBox 5">
            <a:extLst>
              <a:ext uri="{FF2B5EF4-FFF2-40B4-BE49-F238E27FC236}">
                <a16:creationId xmlns:a16="http://schemas.microsoft.com/office/drawing/2014/main" id="{11938F96-D266-8A27-00F1-001EB4F2C007}"/>
              </a:ext>
            </a:extLst>
          </p:cNvPr>
          <p:cNvSpPr txBox="1"/>
          <p:nvPr/>
        </p:nvSpPr>
        <p:spPr>
          <a:xfrm>
            <a:off x="333176" y="4300048"/>
            <a:ext cx="6613702" cy="646331"/>
          </a:xfrm>
          <a:prstGeom prst="rect">
            <a:avLst/>
          </a:prstGeom>
          <a:noFill/>
        </p:spPr>
        <p:txBody>
          <a:bodyPr wrap="square">
            <a:spAutoFit/>
          </a:bodyPr>
          <a:lstStyle/>
          <a:p>
            <a:pPr marL="285750" indent="-285750">
              <a:buFont typeface="Arial" panose="020B0604020202020204" pitchFamily="34" charset="0"/>
              <a:buChar char="•"/>
            </a:pPr>
            <a:r>
              <a:rPr lang="en-US" dirty="0"/>
              <a:t>Inclusion of ASCOT / QOL-ACC is under discussion</a:t>
            </a:r>
          </a:p>
          <a:p>
            <a:pPr marL="285750" indent="-285750">
              <a:buFont typeface="Arial" panose="020B0604020202020204" pitchFamily="34" charset="0"/>
              <a:buChar char="•"/>
            </a:pPr>
            <a:r>
              <a:rPr lang="en-US" dirty="0"/>
              <a:t>Considering the inclusion of a general symptom checklist</a:t>
            </a:r>
          </a:p>
        </p:txBody>
      </p:sp>
    </p:spTree>
    <p:extLst>
      <p:ext uri="{BB962C8B-B14F-4D97-AF65-F5344CB8AC3E}">
        <p14:creationId xmlns:p14="http://schemas.microsoft.com/office/powerpoint/2010/main" val="34732321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p:cNvSpPr>
            <a:spLocks noGrp="1"/>
          </p:cNvSpPr>
          <p:nvPr>
            <p:ph type="title"/>
          </p:nvPr>
        </p:nvSpPr>
        <p:spPr/>
        <p:txBody>
          <a:bodyPr/>
          <a:lstStyle/>
          <a:p>
            <a:r>
              <a:rPr lang="en-US" dirty="0"/>
              <a:t>Conceptual Coverage</a:t>
            </a:r>
          </a:p>
        </p:txBody>
      </p:sp>
      <p:graphicFrame>
        <p:nvGraphicFramePr>
          <p:cNvPr id="3" name="Table 2">
            <a:extLst>
              <a:ext uri="{FF2B5EF4-FFF2-40B4-BE49-F238E27FC236}">
                <a16:creationId xmlns:a16="http://schemas.microsoft.com/office/drawing/2014/main" id="{745BE652-9492-DF23-0F50-29609511EBCE}"/>
              </a:ext>
            </a:extLst>
          </p:cNvPr>
          <p:cNvGraphicFramePr>
            <a:graphicFrameLocks noGrp="1"/>
          </p:cNvGraphicFramePr>
          <p:nvPr/>
        </p:nvGraphicFramePr>
        <p:xfrm>
          <a:off x="211540" y="1095329"/>
          <a:ext cx="8802801" cy="2942701"/>
        </p:xfrm>
        <a:graphic>
          <a:graphicData uri="http://schemas.openxmlformats.org/drawingml/2006/table">
            <a:tbl>
              <a:tblPr firstRow="1" firstCol="1" bandRow="1"/>
              <a:tblGrid>
                <a:gridCol w="648269">
                  <a:extLst>
                    <a:ext uri="{9D8B030D-6E8A-4147-A177-3AD203B41FA5}">
                      <a16:colId xmlns:a16="http://schemas.microsoft.com/office/drawing/2014/main" val="1384032415"/>
                    </a:ext>
                  </a:extLst>
                </a:gridCol>
                <a:gridCol w="423081">
                  <a:extLst>
                    <a:ext uri="{9D8B030D-6E8A-4147-A177-3AD203B41FA5}">
                      <a16:colId xmlns:a16="http://schemas.microsoft.com/office/drawing/2014/main" val="860225948"/>
                    </a:ext>
                  </a:extLst>
                </a:gridCol>
                <a:gridCol w="511791">
                  <a:extLst>
                    <a:ext uri="{9D8B030D-6E8A-4147-A177-3AD203B41FA5}">
                      <a16:colId xmlns:a16="http://schemas.microsoft.com/office/drawing/2014/main" val="3653452738"/>
                    </a:ext>
                  </a:extLst>
                </a:gridCol>
                <a:gridCol w="570824">
                  <a:extLst>
                    <a:ext uri="{9D8B030D-6E8A-4147-A177-3AD203B41FA5}">
                      <a16:colId xmlns:a16="http://schemas.microsoft.com/office/drawing/2014/main" val="1688290985"/>
                    </a:ext>
                  </a:extLst>
                </a:gridCol>
                <a:gridCol w="471099">
                  <a:extLst>
                    <a:ext uri="{9D8B030D-6E8A-4147-A177-3AD203B41FA5}">
                      <a16:colId xmlns:a16="http://schemas.microsoft.com/office/drawing/2014/main" val="3676509615"/>
                    </a:ext>
                  </a:extLst>
                </a:gridCol>
                <a:gridCol w="464464">
                  <a:extLst>
                    <a:ext uri="{9D8B030D-6E8A-4147-A177-3AD203B41FA5}">
                      <a16:colId xmlns:a16="http://schemas.microsoft.com/office/drawing/2014/main" val="54030572"/>
                    </a:ext>
                  </a:extLst>
                </a:gridCol>
                <a:gridCol w="398112">
                  <a:extLst>
                    <a:ext uri="{9D8B030D-6E8A-4147-A177-3AD203B41FA5}">
                      <a16:colId xmlns:a16="http://schemas.microsoft.com/office/drawing/2014/main" val="3838647553"/>
                    </a:ext>
                  </a:extLst>
                </a:gridCol>
                <a:gridCol w="384842">
                  <a:extLst>
                    <a:ext uri="{9D8B030D-6E8A-4147-A177-3AD203B41FA5}">
                      <a16:colId xmlns:a16="http://schemas.microsoft.com/office/drawing/2014/main" val="474304138"/>
                    </a:ext>
                  </a:extLst>
                </a:gridCol>
                <a:gridCol w="464463">
                  <a:extLst>
                    <a:ext uri="{9D8B030D-6E8A-4147-A177-3AD203B41FA5}">
                      <a16:colId xmlns:a16="http://schemas.microsoft.com/office/drawing/2014/main" val="217390760"/>
                    </a:ext>
                  </a:extLst>
                </a:gridCol>
                <a:gridCol w="418018">
                  <a:extLst>
                    <a:ext uri="{9D8B030D-6E8A-4147-A177-3AD203B41FA5}">
                      <a16:colId xmlns:a16="http://schemas.microsoft.com/office/drawing/2014/main" val="1744768623"/>
                    </a:ext>
                  </a:extLst>
                </a:gridCol>
                <a:gridCol w="510911">
                  <a:extLst>
                    <a:ext uri="{9D8B030D-6E8A-4147-A177-3AD203B41FA5}">
                      <a16:colId xmlns:a16="http://schemas.microsoft.com/office/drawing/2014/main" val="2294009759"/>
                    </a:ext>
                  </a:extLst>
                </a:gridCol>
                <a:gridCol w="418017">
                  <a:extLst>
                    <a:ext uri="{9D8B030D-6E8A-4147-A177-3AD203B41FA5}">
                      <a16:colId xmlns:a16="http://schemas.microsoft.com/office/drawing/2014/main" val="3176190340"/>
                    </a:ext>
                  </a:extLst>
                </a:gridCol>
                <a:gridCol w="471099">
                  <a:extLst>
                    <a:ext uri="{9D8B030D-6E8A-4147-A177-3AD203B41FA5}">
                      <a16:colId xmlns:a16="http://schemas.microsoft.com/office/drawing/2014/main" val="3120520706"/>
                    </a:ext>
                  </a:extLst>
                </a:gridCol>
                <a:gridCol w="389951">
                  <a:extLst>
                    <a:ext uri="{9D8B030D-6E8A-4147-A177-3AD203B41FA5}">
                      <a16:colId xmlns:a16="http://schemas.microsoft.com/office/drawing/2014/main" val="1950821672"/>
                    </a:ext>
                  </a:extLst>
                </a:gridCol>
                <a:gridCol w="451572">
                  <a:extLst>
                    <a:ext uri="{9D8B030D-6E8A-4147-A177-3AD203B41FA5}">
                      <a16:colId xmlns:a16="http://schemas.microsoft.com/office/drawing/2014/main" val="2419769774"/>
                    </a:ext>
                  </a:extLst>
                </a:gridCol>
                <a:gridCol w="451572">
                  <a:extLst>
                    <a:ext uri="{9D8B030D-6E8A-4147-A177-3AD203B41FA5}">
                      <a16:colId xmlns:a16="http://schemas.microsoft.com/office/drawing/2014/main" val="728232372"/>
                    </a:ext>
                  </a:extLst>
                </a:gridCol>
                <a:gridCol w="451572">
                  <a:extLst>
                    <a:ext uri="{9D8B030D-6E8A-4147-A177-3AD203B41FA5}">
                      <a16:colId xmlns:a16="http://schemas.microsoft.com/office/drawing/2014/main" val="4004576480"/>
                    </a:ext>
                  </a:extLst>
                </a:gridCol>
                <a:gridCol w="451572">
                  <a:extLst>
                    <a:ext uri="{9D8B030D-6E8A-4147-A177-3AD203B41FA5}">
                      <a16:colId xmlns:a16="http://schemas.microsoft.com/office/drawing/2014/main" val="1704077340"/>
                    </a:ext>
                  </a:extLst>
                </a:gridCol>
                <a:gridCol w="451572">
                  <a:extLst>
                    <a:ext uri="{9D8B030D-6E8A-4147-A177-3AD203B41FA5}">
                      <a16:colId xmlns:a16="http://schemas.microsoft.com/office/drawing/2014/main" val="2020239453"/>
                    </a:ext>
                  </a:extLst>
                </a:gridCol>
              </a:tblGrid>
              <a:tr h="321163">
                <a:tc>
                  <a:txBody>
                    <a:bodyPr/>
                    <a:lstStyle/>
                    <a:p>
                      <a:pPr marL="0" algn="l" defTabSz="457200" rtl="0" eaLnBrk="1" latinLnBrk="0" hangingPunct="1">
                        <a:lnSpc>
                          <a:spcPct val="107000"/>
                        </a:lnSpc>
                        <a:spcAft>
                          <a:spcPts val="800"/>
                        </a:spcAft>
                      </a:pPr>
                      <a:r>
                        <a:rPr lang="en-US" sz="700" b="1" kern="1200" dirty="0">
                          <a:solidFill>
                            <a:schemeClr val="bg1"/>
                          </a:solidFill>
                          <a:effectLst/>
                          <a:latin typeface="Aptos" panose="020B0004020202020204" pitchFamily="34" charset="0"/>
                          <a:cs typeface="Arial" panose="020B0604020202020204" pitchFamily="34" charset="0"/>
                        </a:rPr>
                        <a:t>Instrument</a:t>
                      </a:r>
                      <a:endParaRPr sz="700" b="1" kern="1200" dirty="0">
                        <a:solidFill>
                          <a:schemeClr val="bg1"/>
                        </a:solidFill>
                        <a:effectLst/>
                        <a:latin typeface="Aptos" panose="020B0004020202020204" pitchFamily="34" charset="0"/>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solidFill>
                  </a:tcPr>
                </a:tc>
                <a:tc>
                  <a:txBody>
                    <a:bodyPr/>
                    <a:lstStyle/>
                    <a:p>
                      <a:pPr marL="0" algn="l" defTabSz="457200" rtl="0" eaLnBrk="1" latinLnBrk="0" hangingPunct="1">
                        <a:lnSpc>
                          <a:spcPct val="107000"/>
                        </a:lnSpc>
                        <a:spcAft>
                          <a:spcPts val="800"/>
                        </a:spcAft>
                      </a:pPr>
                      <a:r>
                        <a:rPr lang="en-US" sz="700" b="1" kern="1200" dirty="0">
                          <a:solidFill>
                            <a:schemeClr val="bg1"/>
                          </a:solidFill>
                          <a:effectLst/>
                          <a:latin typeface="Aptos" panose="020B0004020202020204" pitchFamily="34" charset="0"/>
                          <a:ea typeface="+mn-ea"/>
                          <a:cs typeface="Arial" panose="020B0604020202020204" pitchFamily="34" charset="0"/>
                        </a:rPr>
                        <a:t>Mental health</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solidFill>
                  </a:tcPr>
                </a:tc>
                <a:tc>
                  <a:txBody>
                    <a:bodyPr/>
                    <a:lstStyle/>
                    <a:p>
                      <a:pPr marL="0" marR="0" lvl="0" indent="0" algn="l" defTabSz="457200" rtl="0" eaLnBrk="1" fontAlgn="auto" latinLnBrk="0" hangingPunct="1">
                        <a:lnSpc>
                          <a:spcPct val="107000"/>
                        </a:lnSpc>
                        <a:spcBef>
                          <a:spcPts val="0"/>
                        </a:spcBef>
                        <a:spcAft>
                          <a:spcPts val="800"/>
                        </a:spcAft>
                        <a:buClrTx/>
                        <a:buSzTx/>
                        <a:buFontTx/>
                        <a:buNone/>
                        <a:tabLst/>
                        <a:defRPr/>
                      </a:pPr>
                      <a:r>
                        <a:rPr lang="en-US" sz="700" b="1" kern="1200" dirty="0">
                          <a:solidFill>
                            <a:schemeClr val="bg1"/>
                          </a:solidFill>
                          <a:effectLst/>
                          <a:latin typeface="Aptos" panose="020B0004020202020204" pitchFamily="34" charset="0"/>
                          <a:ea typeface="+mn-ea"/>
                          <a:cs typeface="Arial" panose="020B0604020202020204" pitchFamily="34" charset="0"/>
                        </a:rPr>
                        <a:t>Physical health</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solidFill>
                  </a:tcPr>
                </a:tc>
                <a:tc>
                  <a:txBody>
                    <a:bodyPr/>
                    <a:lstStyle/>
                    <a:p>
                      <a:pPr marL="0" algn="l" defTabSz="457200" rtl="0" eaLnBrk="1" latinLnBrk="0" hangingPunct="1">
                        <a:lnSpc>
                          <a:spcPct val="107000"/>
                        </a:lnSpc>
                        <a:spcAft>
                          <a:spcPts val="800"/>
                        </a:spcAft>
                      </a:pPr>
                      <a:r>
                        <a:rPr lang="en-US" sz="700" b="1" kern="1200" dirty="0">
                          <a:solidFill>
                            <a:schemeClr val="bg1"/>
                          </a:solidFill>
                          <a:effectLst/>
                          <a:latin typeface="Aptos" panose="020B0004020202020204" pitchFamily="34" charset="0"/>
                          <a:ea typeface="+mn-ea"/>
                          <a:cs typeface="Arial" panose="020B0604020202020204" pitchFamily="34" charset="0"/>
                        </a:rPr>
                        <a:t>Cognitive health</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solidFill>
                  </a:tcPr>
                </a:tc>
                <a:tc>
                  <a:txBody>
                    <a:bodyPr/>
                    <a:lstStyle/>
                    <a:p>
                      <a:pPr marL="0" algn="l" defTabSz="457200" rtl="0" eaLnBrk="1" latinLnBrk="0" hangingPunct="1">
                        <a:lnSpc>
                          <a:spcPct val="107000"/>
                        </a:lnSpc>
                        <a:spcAft>
                          <a:spcPts val="800"/>
                        </a:spcAft>
                      </a:pPr>
                      <a:r>
                        <a:rPr lang="en-US" sz="700" b="1" kern="1200" dirty="0">
                          <a:solidFill>
                            <a:schemeClr val="bg1"/>
                          </a:solidFill>
                          <a:effectLst/>
                          <a:latin typeface="Aptos" panose="020B0004020202020204" pitchFamily="34" charset="0"/>
                          <a:ea typeface="+mn-ea"/>
                          <a:cs typeface="Arial" panose="020B0604020202020204" pitchFamily="34" charset="0"/>
                        </a:rPr>
                        <a:t>Relationships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solidFill>
                  </a:tcPr>
                </a:tc>
                <a:tc>
                  <a:txBody>
                    <a:bodyPr/>
                    <a:lstStyle/>
                    <a:p>
                      <a:pPr marL="0" algn="l" defTabSz="457200" rtl="0" eaLnBrk="1" latinLnBrk="0" hangingPunct="1">
                        <a:lnSpc>
                          <a:spcPct val="107000"/>
                        </a:lnSpc>
                        <a:spcAft>
                          <a:spcPts val="800"/>
                        </a:spcAft>
                      </a:pPr>
                      <a:r>
                        <a:rPr lang="en-US" sz="700" b="1" kern="1200" dirty="0">
                          <a:solidFill>
                            <a:schemeClr val="bg1"/>
                          </a:solidFill>
                          <a:effectLst/>
                          <a:latin typeface="Aptos" panose="020B0004020202020204" pitchFamily="34" charset="0"/>
                          <a:ea typeface="+mn-ea"/>
                          <a:cs typeface="Arial" panose="020B0604020202020204" pitchFamily="34" charset="0"/>
                        </a:rPr>
                        <a:t>Support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solidFill>
                  </a:tcPr>
                </a:tc>
                <a:tc>
                  <a:txBody>
                    <a:bodyPr/>
                    <a:lstStyle/>
                    <a:p>
                      <a:pPr marL="0" algn="l" defTabSz="457200" rtl="0" eaLnBrk="1" latinLnBrk="0" hangingPunct="1">
                        <a:lnSpc>
                          <a:spcPct val="107000"/>
                        </a:lnSpc>
                        <a:spcAft>
                          <a:spcPts val="800"/>
                        </a:spcAft>
                      </a:pPr>
                      <a:r>
                        <a:rPr lang="en-US" sz="700" b="1" kern="1200" dirty="0">
                          <a:solidFill>
                            <a:schemeClr val="bg1"/>
                          </a:solidFill>
                          <a:effectLst/>
                          <a:latin typeface="Aptos" panose="020B0004020202020204" pitchFamily="34" charset="0"/>
                          <a:ea typeface="+mn-ea"/>
                          <a:cs typeface="Arial" panose="020B0604020202020204" pitchFamily="34" charset="0"/>
                        </a:rPr>
                        <a:t>Living environment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solidFill>
                  </a:tcPr>
                </a:tc>
                <a:tc>
                  <a:txBody>
                    <a:bodyPr/>
                    <a:lstStyle/>
                    <a:p>
                      <a:pPr marL="0" algn="l" defTabSz="457200" rtl="0" eaLnBrk="1" latinLnBrk="0" hangingPunct="1">
                        <a:lnSpc>
                          <a:spcPct val="107000"/>
                        </a:lnSpc>
                        <a:spcAft>
                          <a:spcPts val="800"/>
                        </a:spcAft>
                      </a:pPr>
                      <a:r>
                        <a:rPr lang="en-US" sz="700" b="1" kern="1200" dirty="0">
                          <a:solidFill>
                            <a:schemeClr val="bg1"/>
                          </a:solidFill>
                          <a:effectLst/>
                          <a:latin typeface="Aptos" panose="020B0004020202020204" pitchFamily="34" charset="0"/>
                          <a:ea typeface="+mn-ea"/>
                          <a:cs typeface="Arial" panose="020B0604020202020204" pitchFamily="34" charset="0"/>
                        </a:rPr>
                        <a:t>Safety</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solidFill>
                  </a:tcPr>
                </a:tc>
                <a:tc>
                  <a:txBody>
                    <a:bodyPr/>
                    <a:lstStyle/>
                    <a:p>
                      <a:pPr marL="0" algn="l" defTabSz="457200" rtl="0" eaLnBrk="1" latinLnBrk="0" hangingPunct="1">
                        <a:lnSpc>
                          <a:spcPct val="107000"/>
                        </a:lnSpc>
                        <a:spcAft>
                          <a:spcPts val="800"/>
                        </a:spcAft>
                      </a:pPr>
                      <a:r>
                        <a:rPr lang="en-US" sz="700" b="1" kern="1200" dirty="0">
                          <a:solidFill>
                            <a:schemeClr val="bg1"/>
                          </a:solidFill>
                          <a:effectLst/>
                          <a:latin typeface="Aptos" panose="020B0004020202020204" pitchFamily="34" charset="0"/>
                          <a:ea typeface="+mn-ea"/>
                          <a:cs typeface="Arial" panose="020B0604020202020204" pitchFamily="34" charset="0"/>
                        </a:rPr>
                        <a:t>Finance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solidFill>
                  </a:tcPr>
                </a:tc>
                <a:tc>
                  <a:txBody>
                    <a:bodyPr/>
                    <a:lstStyle/>
                    <a:p>
                      <a:pPr marL="0" algn="l" defTabSz="457200" rtl="0" eaLnBrk="1" latinLnBrk="0" hangingPunct="1">
                        <a:lnSpc>
                          <a:spcPct val="107000"/>
                        </a:lnSpc>
                        <a:spcAft>
                          <a:spcPts val="800"/>
                        </a:spcAft>
                      </a:pPr>
                      <a:r>
                        <a:rPr lang="en-US" sz="700" b="1" kern="1200" dirty="0">
                          <a:solidFill>
                            <a:schemeClr val="bg1"/>
                          </a:solidFill>
                          <a:effectLst/>
                          <a:latin typeface="Aptos" panose="020B0004020202020204" pitchFamily="34" charset="0"/>
                          <a:ea typeface="+mn-ea"/>
                          <a:cs typeface="Arial" panose="020B0604020202020204" pitchFamily="34" charset="0"/>
                        </a:rPr>
                        <a:t>Relaxation and leisure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solidFill>
                  </a:tcPr>
                </a:tc>
                <a:tc>
                  <a:txBody>
                    <a:bodyPr/>
                    <a:lstStyle/>
                    <a:p>
                      <a:pPr marL="0" algn="l" defTabSz="457200" rtl="0" eaLnBrk="1" latinLnBrk="0" hangingPunct="1">
                        <a:lnSpc>
                          <a:spcPct val="107000"/>
                        </a:lnSpc>
                        <a:spcAft>
                          <a:spcPts val="800"/>
                        </a:spcAft>
                      </a:pPr>
                      <a:r>
                        <a:rPr lang="en-US" sz="700" b="1" kern="1200" dirty="0">
                          <a:solidFill>
                            <a:schemeClr val="bg1"/>
                          </a:solidFill>
                          <a:effectLst/>
                          <a:latin typeface="Aptos" panose="020B0004020202020204" pitchFamily="34" charset="0"/>
                          <a:ea typeface="+mn-ea"/>
                          <a:cs typeface="Arial" panose="020B0604020202020204" pitchFamily="34" charset="0"/>
                        </a:rPr>
                        <a:t>Activities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solidFill>
                  </a:tcPr>
                </a:tc>
                <a:tc>
                  <a:txBody>
                    <a:bodyPr/>
                    <a:lstStyle/>
                    <a:p>
                      <a:pPr marL="0" algn="l" defTabSz="457200" rtl="0" eaLnBrk="1" latinLnBrk="0" hangingPunct="1">
                        <a:lnSpc>
                          <a:spcPct val="107000"/>
                        </a:lnSpc>
                        <a:spcAft>
                          <a:spcPts val="800"/>
                        </a:spcAft>
                      </a:pPr>
                      <a:r>
                        <a:rPr lang="en-US" sz="700" b="1" kern="1200" dirty="0">
                          <a:solidFill>
                            <a:schemeClr val="bg1"/>
                          </a:solidFill>
                          <a:effectLst/>
                          <a:latin typeface="Aptos" panose="020B0004020202020204" pitchFamily="34" charset="0"/>
                          <a:ea typeface="+mn-ea"/>
                          <a:cs typeface="Arial" panose="020B0604020202020204" pitchFamily="34" charset="0"/>
                        </a:rPr>
                        <a:t>Acceptance and resilience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solidFill>
                  </a:tcPr>
                </a:tc>
                <a:tc>
                  <a:txBody>
                    <a:bodyPr/>
                    <a:lstStyle/>
                    <a:p>
                      <a:pPr marL="0" algn="l" defTabSz="457200" rtl="0" eaLnBrk="1" latinLnBrk="0" hangingPunct="1">
                        <a:lnSpc>
                          <a:spcPct val="107000"/>
                        </a:lnSpc>
                        <a:spcAft>
                          <a:spcPts val="800"/>
                        </a:spcAft>
                      </a:pPr>
                      <a:r>
                        <a:rPr lang="en-US" sz="700" b="1" kern="1200" dirty="0">
                          <a:solidFill>
                            <a:schemeClr val="bg1"/>
                          </a:solidFill>
                          <a:effectLst/>
                          <a:latin typeface="Aptos" panose="020B0004020202020204" pitchFamily="34" charset="0"/>
                          <a:ea typeface="+mn-ea"/>
                          <a:cs typeface="Arial" panose="020B0604020202020204" pitchFamily="34" charset="0"/>
                        </a:rPr>
                        <a:t>Independence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solidFill>
                  </a:tcPr>
                </a:tc>
                <a:tc>
                  <a:txBody>
                    <a:bodyPr/>
                    <a:lstStyle/>
                    <a:p>
                      <a:pPr marL="0" algn="l" defTabSz="457200" rtl="0" eaLnBrk="1" latinLnBrk="0" hangingPunct="1">
                        <a:lnSpc>
                          <a:spcPct val="107000"/>
                        </a:lnSpc>
                        <a:spcAft>
                          <a:spcPts val="800"/>
                        </a:spcAft>
                      </a:pPr>
                      <a:r>
                        <a:rPr lang="en-US" sz="700" b="1" kern="1200" dirty="0">
                          <a:solidFill>
                            <a:schemeClr val="bg1"/>
                          </a:solidFill>
                          <a:effectLst/>
                          <a:latin typeface="Aptos" panose="020B0004020202020204" pitchFamily="34" charset="0"/>
                          <a:ea typeface="+mn-ea"/>
                          <a:cs typeface="Arial" panose="020B0604020202020204" pitchFamily="34" charset="0"/>
                        </a:rPr>
                        <a:t>Self-worth</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solidFill>
                  </a:tcPr>
                </a:tc>
                <a:tc>
                  <a:txBody>
                    <a:bodyPr/>
                    <a:lstStyle/>
                    <a:p>
                      <a:pPr marL="0" algn="l" defTabSz="457200" rtl="0" eaLnBrk="1" latinLnBrk="0" hangingPunct="1">
                        <a:lnSpc>
                          <a:spcPct val="107000"/>
                        </a:lnSpc>
                        <a:spcAft>
                          <a:spcPts val="800"/>
                        </a:spcAft>
                      </a:pPr>
                      <a:r>
                        <a:rPr lang="en-US" sz="700" b="1" kern="1200" dirty="0">
                          <a:solidFill>
                            <a:schemeClr val="bg1"/>
                          </a:solidFill>
                          <a:effectLst/>
                          <a:latin typeface="Aptos" panose="020B0004020202020204" pitchFamily="34" charset="0"/>
                          <a:ea typeface="+mn-ea"/>
                          <a:cs typeface="Arial" panose="020B0604020202020204" pitchFamily="34" charset="0"/>
                        </a:rPr>
                        <a:t>Personal hygiene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solidFill>
                  </a:tcPr>
                </a:tc>
                <a:tc>
                  <a:txBody>
                    <a:bodyPr/>
                    <a:lstStyle/>
                    <a:p>
                      <a:pPr marL="0" algn="l" defTabSz="457200" rtl="0" eaLnBrk="1" latinLnBrk="0" hangingPunct="1">
                        <a:lnSpc>
                          <a:spcPct val="107000"/>
                        </a:lnSpc>
                        <a:spcAft>
                          <a:spcPts val="800"/>
                        </a:spcAft>
                      </a:pPr>
                      <a:r>
                        <a:rPr lang="en-US" sz="700" b="1" kern="1200" dirty="0">
                          <a:solidFill>
                            <a:schemeClr val="bg1"/>
                          </a:solidFill>
                          <a:effectLst/>
                          <a:latin typeface="Aptos" panose="020B0004020202020204" pitchFamily="34" charset="0"/>
                          <a:ea typeface="+mn-ea"/>
                          <a:cs typeface="Arial" panose="020B0604020202020204" pitchFamily="34" charset="0"/>
                        </a:rPr>
                        <a:t>Life enjoyment / satisfaction</a:t>
                      </a:r>
                    </a:p>
                    <a:p>
                      <a:pPr marL="0" algn="l" defTabSz="457200" rtl="0" eaLnBrk="1" latinLnBrk="0" hangingPunct="1">
                        <a:lnSpc>
                          <a:spcPct val="107000"/>
                        </a:lnSpc>
                        <a:spcAft>
                          <a:spcPts val="800"/>
                        </a:spcAft>
                      </a:pPr>
                      <a:endParaRPr lang="en-US" sz="700" b="1" kern="1200" dirty="0">
                        <a:solidFill>
                          <a:schemeClr val="bg1"/>
                        </a:solidFill>
                        <a:effectLst/>
                        <a:latin typeface="Aptos" panose="020B0004020202020204" pitchFamily="34" charset="0"/>
                        <a:ea typeface="+mn-ea"/>
                        <a:cs typeface="Arial" panose="020B0604020202020204" pitchFamily="34"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solidFill>
                  </a:tcPr>
                </a:tc>
                <a:tc>
                  <a:txBody>
                    <a:bodyPr/>
                    <a:lstStyle/>
                    <a:p>
                      <a:pPr marL="0" algn="l" defTabSz="457200" rtl="0" eaLnBrk="1" latinLnBrk="0" hangingPunct="1">
                        <a:lnSpc>
                          <a:spcPct val="107000"/>
                        </a:lnSpc>
                        <a:spcAft>
                          <a:spcPts val="800"/>
                        </a:spcAft>
                      </a:pPr>
                      <a:r>
                        <a:rPr lang="en-US" sz="700" b="1" kern="1200" dirty="0">
                          <a:solidFill>
                            <a:schemeClr val="bg1"/>
                          </a:solidFill>
                          <a:effectLst/>
                          <a:latin typeface="Aptos" panose="020B0004020202020204" pitchFamily="34" charset="0"/>
                          <a:ea typeface="+mn-ea"/>
                          <a:cs typeface="Arial" panose="020B0604020202020204" pitchFamily="34" charset="0"/>
                        </a:rPr>
                        <a:t>Quality of care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solidFill>
                  </a:tcPr>
                </a:tc>
                <a:tc>
                  <a:txBody>
                    <a:bodyPr/>
                    <a:lstStyle/>
                    <a:p>
                      <a:pPr marL="0" algn="l" defTabSz="457200" rtl="0" eaLnBrk="1" latinLnBrk="0" hangingPunct="1">
                        <a:lnSpc>
                          <a:spcPct val="107000"/>
                        </a:lnSpc>
                        <a:spcAft>
                          <a:spcPts val="800"/>
                        </a:spcAft>
                      </a:pPr>
                      <a:r>
                        <a:rPr lang="en-US" sz="700" b="1" kern="1200" dirty="0">
                          <a:solidFill>
                            <a:schemeClr val="bg1"/>
                          </a:solidFill>
                          <a:effectLst/>
                          <a:latin typeface="Aptos" panose="020B0004020202020204" pitchFamily="34" charset="0"/>
                          <a:ea typeface="+mn-ea"/>
                          <a:cs typeface="Arial" panose="020B0604020202020204" pitchFamily="34" charset="0"/>
                        </a:rPr>
                        <a:t>Thinking of future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solidFill>
                  </a:tcPr>
                </a:tc>
                <a:tc>
                  <a:txBody>
                    <a:bodyPr/>
                    <a:lstStyle/>
                    <a:p>
                      <a:pPr marL="0" algn="l" defTabSz="457200" rtl="0" eaLnBrk="1" latinLnBrk="0" hangingPunct="1">
                        <a:lnSpc>
                          <a:spcPct val="107000"/>
                        </a:lnSpc>
                        <a:spcAft>
                          <a:spcPts val="800"/>
                        </a:spcAft>
                      </a:pPr>
                      <a:r>
                        <a:rPr lang="en-US" sz="700" b="1" kern="1200" dirty="0">
                          <a:solidFill>
                            <a:schemeClr val="bg1"/>
                          </a:solidFill>
                          <a:effectLst/>
                          <a:latin typeface="Aptos" panose="020B0004020202020204" pitchFamily="34" charset="0"/>
                          <a:ea typeface="+mn-ea"/>
                          <a:cs typeface="Arial" panose="020B0604020202020204" pitchFamily="34" charset="0"/>
                        </a:rPr>
                        <a:t>Sleep issues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solidFill>
                  </a:tcPr>
                </a:tc>
                <a:extLst>
                  <a:ext uri="{0D108BD9-81ED-4DB2-BD59-A6C34878D82A}">
                    <a16:rowId xmlns:a16="http://schemas.microsoft.com/office/drawing/2014/main" val="3263985324"/>
                  </a:ext>
                </a:extLst>
              </a:tr>
              <a:tr h="144000">
                <a:tc>
                  <a:txBody>
                    <a:bodyPr/>
                    <a:lstStyle/>
                    <a:p>
                      <a:pPr marL="0" marR="0" lvl="0" indent="0" algn="l" defTabSz="457200" rtl="0" eaLnBrk="1" fontAlgn="auto" latinLnBrk="0" hangingPunct="1">
                        <a:lnSpc>
                          <a:spcPct val="107000"/>
                        </a:lnSpc>
                        <a:spcBef>
                          <a:spcPts val="0"/>
                        </a:spcBef>
                        <a:spcAft>
                          <a:spcPts val="800"/>
                        </a:spcAft>
                        <a:buClrTx/>
                        <a:buSzTx/>
                        <a:buFontTx/>
                        <a:buNone/>
                        <a:tabLst/>
                        <a:defRPr/>
                      </a:pPr>
                      <a:r>
                        <a:rPr lang="en-US" sz="800" b="1" dirty="0">
                          <a:effectLst/>
                          <a:latin typeface="Aptos" panose="020B0004020202020204" pitchFamily="34" charset="0"/>
                          <a:ea typeface="Aptos" panose="020B0004020202020204" pitchFamily="34" charset="0"/>
                          <a:cs typeface="Arial" panose="020B0604020202020204" pitchFamily="34" charset="0"/>
                        </a:rPr>
                        <a:t>EQ-HWB</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marL="0" marR="0" lvl="0" indent="0" algn="ctr" defTabSz="457200" rtl="0" eaLnBrk="1" fontAlgn="auto" latinLnBrk="0" hangingPunct="1">
                        <a:lnSpc>
                          <a:spcPct val="107000"/>
                        </a:lnSpc>
                        <a:spcBef>
                          <a:spcPts val="0"/>
                        </a:spcBef>
                        <a:spcAft>
                          <a:spcPts val="800"/>
                        </a:spcAft>
                        <a:buClrTx/>
                        <a:buSzTx/>
                        <a:buFontTx/>
                        <a:buNone/>
                        <a:tabLst/>
                        <a:defRPr/>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 </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 </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extLst>
                  <a:ext uri="{0D108BD9-81ED-4DB2-BD59-A6C34878D82A}">
                    <a16:rowId xmlns:a16="http://schemas.microsoft.com/office/drawing/2014/main" val="3685318820"/>
                  </a:ext>
                </a:extLst>
              </a:tr>
              <a:tr h="144000">
                <a:tc>
                  <a:txBody>
                    <a:bodyPr/>
                    <a:lstStyle/>
                    <a:p>
                      <a:pPr>
                        <a:lnSpc>
                          <a:spcPct val="107000"/>
                        </a:lnSpc>
                        <a:spcAft>
                          <a:spcPts val="800"/>
                        </a:spcAft>
                      </a:pPr>
                      <a:r>
                        <a:rPr lang="en-US" sz="800" b="1" dirty="0">
                          <a:effectLst/>
                          <a:latin typeface="Aptos" panose="020B0004020202020204" pitchFamily="34" charset="0"/>
                          <a:ea typeface="Aptos" panose="020B0004020202020204" pitchFamily="34" charset="0"/>
                          <a:cs typeface="Arial" panose="020B0604020202020204" pitchFamily="34" charset="0"/>
                        </a:rPr>
                        <a:t>WiX</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 </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 </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extLst>
                  <a:ext uri="{0D108BD9-81ED-4DB2-BD59-A6C34878D82A}">
                    <a16:rowId xmlns:a16="http://schemas.microsoft.com/office/drawing/2014/main" val="951639872"/>
                  </a:ext>
                </a:extLst>
              </a:tr>
              <a:tr h="144000">
                <a:tc>
                  <a:txBody>
                    <a:bodyPr/>
                    <a:lstStyle/>
                    <a:p>
                      <a:pPr>
                        <a:lnSpc>
                          <a:spcPct val="107000"/>
                        </a:lnSpc>
                        <a:spcAft>
                          <a:spcPts val="800"/>
                        </a:spcAft>
                      </a:pPr>
                      <a:r>
                        <a:rPr lang="en-US" sz="800" b="1" dirty="0">
                          <a:effectLst/>
                          <a:latin typeface="Aptos" panose="020B0004020202020204" pitchFamily="34" charset="0"/>
                          <a:ea typeface="Aptos" panose="020B0004020202020204" pitchFamily="34" charset="0"/>
                          <a:cs typeface="Arial" panose="020B0604020202020204" pitchFamily="34" charset="0"/>
                        </a:rPr>
                        <a:t>WOOP</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extLst>
                  <a:ext uri="{0D108BD9-81ED-4DB2-BD59-A6C34878D82A}">
                    <a16:rowId xmlns:a16="http://schemas.microsoft.com/office/drawing/2014/main" val="3297140663"/>
                  </a:ext>
                </a:extLst>
              </a:tr>
              <a:tr h="144000">
                <a:tc>
                  <a:txBody>
                    <a:bodyPr/>
                    <a:lstStyle/>
                    <a:p>
                      <a:pPr>
                        <a:lnSpc>
                          <a:spcPct val="107000"/>
                        </a:lnSpc>
                        <a:spcAft>
                          <a:spcPts val="800"/>
                        </a:spcAft>
                      </a:pPr>
                      <a:r>
                        <a:rPr lang="en-US" sz="800" b="1" dirty="0">
                          <a:effectLst/>
                          <a:latin typeface="Aptos" panose="020B0004020202020204" pitchFamily="34" charset="0"/>
                          <a:ea typeface="Aptos" panose="020B0004020202020204" pitchFamily="34" charset="0"/>
                          <a:cs typeface="Arial" panose="020B0604020202020204" pitchFamily="34" charset="0"/>
                        </a:rPr>
                        <a:t>SWB-5D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extLst>
                  <a:ext uri="{0D108BD9-81ED-4DB2-BD59-A6C34878D82A}">
                    <a16:rowId xmlns:a16="http://schemas.microsoft.com/office/drawing/2014/main" val="1375550988"/>
                  </a:ext>
                </a:extLst>
              </a:tr>
              <a:tr h="144000">
                <a:tc>
                  <a:txBody>
                    <a:bodyPr/>
                    <a:lstStyle/>
                    <a:p>
                      <a:pPr>
                        <a:lnSpc>
                          <a:spcPct val="107000"/>
                        </a:lnSpc>
                        <a:spcAft>
                          <a:spcPts val="800"/>
                        </a:spcAft>
                      </a:pPr>
                      <a:r>
                        <a:rPr lang="en-US" sz="800" b="1" dirty="0">
                          <a:effectLst/>
                          <a:latin typeface="Aptos" panose="020B0004020202020204" pitchFamily="34" charset="0"/>
                          <a:ea typeface="Aptos" panose="020B0004020202020204" pitchFamily="34" charset="0"/>
                          <a:cs typeface="Arial" panose="020B0604020202020204" pitchFamily="34" charset="0"/>
                        </a:rPr>
                        <a:t>ASCOT</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marL="0" marR="0" lvl="0" indent="0" algn="ctr" defTabSz="457200" rtl="0" eaLnBrk="1" fontAlgn="auto" latinLnBrk="0" hangingPunct="1">
                        <a:lnSpc>
                          <a:spcPct val="107000"/>
                        </a:lnSpc>
                        <a:spcBef>
                          <a:spcPts val="0"/>
                        </a:spcBef>
                        <a:spcAft>
                          <a:spcPts val="800"/>
                        </a:spcAft>
                        <a:buClrTx/>
                        <a:buSzTx/>
                        <a:buFontTx/>
                        <a:buNone/>
                        <a:tabLst/>
                        <a:defRPr/>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extLst>
                  <a:ext uri="{0D108BD9-81ED-4DB2-BD59-A6C34878D82A}">
                    <a16:rowId xmlns:a16="http://schemas.microsoft.com/office/drawing/2014/main" val="2845672183"/>
                  </a:ext>
                </a:extLst>
              </a:tr>
              <a:tr h="144000">
                <a:tc>
                  <a:txBody>
                    <a:bodyPr/>
                    <a:lstStyle/>
                    <a:p>
                      <a:pPr>
                        <a:lnSpc>
                          <a:spcPct val="107000"/>
                        </a:lnSpc>
                        <a:spcAft>
                          <a:spcPts val="800"/>
                        </a:spcAft>
                      </a:pPr>
                      <a:r>
                        <a:rPr lang="en-US" sz="800" b="1" dirty="0">
                          <a:effectLst/>
                          <a:latin typeface="Aptos" panose="020B0004020202020204" pitchFamily="34" charset="0"/>
                          <a:ea typeface="Aptos" panose="020B0004020202020204" pitchFamily="34" charset="0"/>
                          <a:cs typeface="Arial" panose="020B0604020202020204" pitchFamily="34" charset="0"/>
                        </a:rPr>
                        <a:t>QOL-ACC</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extLst>
                  <a:ext uri="{0D108BD9-81ED-4DB2-BD59-A6C34878D82A}">
                    <a16:rowId xmlns:a16="http://schemas.microsoft.com/office/drawing/2014/main" val="2896947668"/>
                  </a:ext>
                </a:extLst>
              </a:tr>
              <a:tr h="144000">
                <a:tc>
                  <a:txBody>
                    <a:bodyPr/>
                    <a:lstStyle/>
                    <a:p>
                      <a:pPr>
                        <a:lnSpc>
                          <a:spcPct val="107000"/>
                        </a:lnSpc>
                        <a:spcAft>
                          <a:spcPts val="800"/>
                        </a:spcAft>
                      </a:pPr>
                      <a:r>
                        <a:rPr lang="en-US" sz="800" b="1" dirty="0">
                          <a:effectLst/>
                          <a:latin typeface="Aptos" panose="020B0004020202020204" pitchFamily="34" charset="0"/>
                          <a:ea typeface="Aptos" panose="020B0004020202020204" pitchFamily="34" charset="0"/>
                          <a:cs typeface="Arial" panose="020B0604020202020204" pitchFamily="34" charset="0"/>
                        </a:rPr>
                        <a:t>ICECAP-A</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3"/>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extLst>
                  <a:ext uri="{0D108BD9-81ED-4DB2-BD59-A6C34878D82A}">
                    <a16:rowId xmlns:a16="http://schemas.microsoft.com/office/drawing/2014/main" val="2283951323"/>
                  </a:ext>
                </a:extLst>
              </a:tr>
              <a:tr h="144000">
                <a:tc>
                  <a:txBody>
                    <a:bodyPr/>
                    <a:lstStyle/>
                    <a:p>
                      <a:pPr>
                        <a:lnSpc>
                          <a:spcPct val="107000"/>
                        </a:lnSpc>
                        <a:spcAft>
                          <a:spcPts val="800"/>
                        </a:spcAft>
                      </a:pPr>
                      <a:r>
                        <a:rPr lang="en-US" sz="800" b="1" dirty="0">
                          <a:effectLst/>
                          <a:latin typeface="Aptos" panose="020B0004020202020204" pitchFamily="34" charset="0"/>
                          <a:ea typeface="Aptos" panose="020B0004020202020204" pitchFamily="34" charset="0"/>
                          <a:cs typeface="Arial" panose="020B0604020202020204" pitchFamily="34" charset="0"/>
                        </a:rPr>
                        <a:t>EQ-5D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extLst>
                  <a:ext uri="{0D108BD9-81ED-4DB2-BD59-A6C34878D82A}">
                    <a16:rowId xmlns:a16="http://schemas.microsoft.com/office/drawing/2014/main" val="2782741855"/>
                  </a:ext>
                </a:extLst>
              </a:tr>
              <a:tr h="144000">
                <a:tc>
                  <a:txBody>
                    <a:bodyPr/>
                    <a:lstStyle/>
                    <a:p>
                      <a:pPr>
                        <a:lnSpc>
                          <a:spcPct val="107000"/>
                        </a:lnSpc>
                        <a:spcAft>
                          <a:spcPts val="800"/>
                        </a:spcAft>
                      </a:pPr>
                      <a:r>
                        <a:rPr lang="en-US" sz="800" b="1" dirty="0">
                          <a:effectLst/>
                          <a:latin typeface="Aptos" panose="020B0004020202020204" pitchFamily="34" charset="0"/>
                          <a:ea typeface="Aptos" panose="020B0004020202020204" pitchFamily="34" charset="0"/>
                          <a:cs typeface="Arial" panose="020B0604020202020204" pitchFamily="34" charset="0"/>
                        </a:rPr>
                        <a:t>ICECAP-O</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marL="0" marR="0" lvl="0" indent="0" algn="ctr" defTabSz="457200" rtl="0" eaLnBrk="1" fontAlgn="auto" latinLnBrk="0" hangingPunct="1">
                        <a:lnSpc>
                          <a:spcPct val="107000"/>
                        </a:lnSpc>
                        <a:spcBef>
                          <a:spcPts val="0"/>
                        </a:spcBef>
                        <a:spcAft>
                          <a:spcPts val="800"/>
                        </a:spcAft>
                        <a:buClrTx/>
                        <a:buSzTx/>
                        <a:buFontTx/>
                        <a:buNone/>
                        <a:tabLst/>
                        <a:defRPr/>
                      </a:pPr>
                      <a:r>
                        <a:rPr lang="en-US" sz="800" dirty="0">
                          <a:effectLst/>
                          <a:latin typeface="Aptos" panose="020B0004020202020204" pitchFamily="34" charset="0"/>
                          <a:ea typeface="Aptos" panose="020B0004020202020204" pitchFamily="34" charset="0"/>
                          <a:cs typeface="Arial" panose="020B0604020202020204" pitchFamily="34" charset="0"/>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00"/>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extLst>
                  <a:ext uri="{0D108BD9-81ED-4DB2-BD59-A6C34878D82A}">
                    <a16:rowId xmlns:a16="http://schemas.microsoft.com/office/drawing/2014/main" val="369806535"/>
                  </a:ext>
                </a:extLst>
              </a:tr>
              <a:tr h="144000">
                <a:tc>
                  <a:txBody>
                    <a:bodyPr/>
                    <a:lstStyle/>
                    <a:p>
                      <a:pPr>
                        <a:lnSpc>
                          <a:spcPct val="107000"/>
                        </a:lnSpc>
                        <a:spcAft>
                          <a:spcPts val="800"/>
                        </a:spcAft>
                      </a:pPr>
                      <a:r>
                        <a:rPr lang="en-US" sz="800" b="1" dirty="0">
                          <a:effectLst/>
                          <a:latin typeface="Aptos" panose="020B0004020202020204" pitchFamily="34" charset="0"/>
                          <a:ea typeface="Aptos" panose="020B0004020202020204" pitchFamily="34" charset="0"/>
                          <a:cs typeface="Arial" panose="020B0604020202020204" pitchFamily="34" charset="0"/>
                        </a:rPr>
                        <a:t>PHQ-9</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extLst>
                  <a:ext uri="{0D108BD9-81ED-4DB2-BD59-A6C34878D82A}">
                    <a16:rowId xmlns:a16="http://schemas.microsoft.com/office/drawing/2014/main" val="1087024573"/>
                  </a:ext>
                </a:extLst>
              </a:tr>
              <a:tr h="144000">
                <a:tc>
                  <a:txBody>
                    <a:bodyPr/>
                    <a:lstStyle/>
                    <a:p>
                      <a:pPr>
                        <a:lnSpc>
                          <a:spcPct val="107000"/>
                        </a:lnSpc>
                        <a:spcAft>
                          <a:spcPts val="800"/>
                        </a:spcAft>
                      </a:pPr>
                      <a:r>
                        <a:rPr lang="en-US" sz="800" b="1" dirty="0">
                          <a:effectLst/>
                          <a:latin typeface="Aptos" panose="020B0004020202020204" pitchFamily="34" charset="0"/>
                          <a:ea typeface="Aptos" panose="020B0004020202020204" pitchFamily="34" charset="0"/>
                          <a:cs typeface="Arial" panose="020B0604020202020204" pitchFamily="34" charset="0"/>
                        </a:rPr>
                        <a:t>RAPID-3</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extLst>
                  <a:ext uri="{0D108BD9-81ED-4DB2-BD59-A6C34878D82A}">
                    <a16:rowId xmlns:a16="http://schemas.microsoft.com/office/drawing/2014/main" val="3375348072"/>
                  </a:ext>
                </a:extLst>
              </a:tr>
              <a:tr h="144000">
                <a:tc>
                  <a:txBody>
                    <a:bodyPr/>
                    <a:lstStyle/>
                    <a:p>
                      <a:pPr>
                        <a:lnSpc>
                          <a:spcPct val="107000"/>
                        </a:lnSpc>
                        <a:spcAft>
                          <a:spcPts val="800"/>
                        </a:spcAft>
                      </a:pPr>
                      <a:r>
                        <a:rPr lang="en-US" sz="800" b="1" dirty="0">
                          <a:effectLst/>
                          <a:latin typeface="Aptos" panose="020B0004020202020204" pitchFamily="34" charset="0"/>
                          <a:ea typeface="Aptos" panose="020B0004020202020204" pitchFamily="34" charset="0"/>
                          <a:cs typeface="Arial" panose="020B0604020202020204" pitchFamily="34" charset="0"/>
                        </a:rPr>
                        <a:t>Short PSQI</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extLst>
                  <a:ext uri="{0D108BD9-81ED-4DB2-BD59-A6C34878D82A}">
                    <a16:rowId xmlns:a16="http://schemas.microsoft.com/office/drawing/2014/main" val="1256343628"/>
                  </a:ext>
                </a:extLst>
              </a:tr>
              <a:tr h="144000">
                <a:tc>
                  <a:txBody>
                    <a:bodyPr/>
                    <a:lstStyle/>
                    <a:p>
                      <a:pPr>
                        <a:lnSpc>
                          <a:spcPct val="107000"/>
                        </a:lnSpc>
                        <a:spcAft>
                          <a:spcPts val="800"/>
                        </a:spcAft>
                      </a:pPr>
                      <a:r>
                        <a:rPr lang="en-US" sz="800" b="1" dirty="0">
                          <a:effectLst/>
                          <a:latin typeface="Aptos" panose="020B0004020202020204" pitchFamily="34" charset="0"/>
                          <a:ea typeface="Aptos" panose="020B0004020202020204" pitchFamily="34" charset="0"/>
                          <a:cs typeface="Arial" panose="020B0604020202020204" pitchFamily="34" charset="0"/>
                        </a:rPr>
                        <a:t>SWLS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extLst>
                  <a:ext uri="{0D108BD9-81ED-4DB2-BD59-A6C34878D82A}">
                    <a16:rowId xmlns:a16="http://schemas.microsoft.com/office/drawing/2014/main" val="608371668"/>
                  </a:ext>
                </a:extLst>
              </a:tr>
              <a:tr h="144000">
                <a:tc>
                  <a:txBody>
                    <a:bodyPr/>
                    <a:lstStyle/>
                    <a:p>
                      <a:pPr>
                        <a:lnSpc>
                          <a:spcPct val="107000"/>
                        </a:lnSpc>
                        <a:spcAft>
                          <a:spcPts val="800"/>
                        </a:spcAft>
                      </a:pPr>
                      <a:r>
                        <a:rPr lang="en-US" sz="800" b="1" dirty="0">
                          <a:effectLst/>
                          <a:latin typeface="Aptos" panose="020B0004020202020204" pitchFamily="34" charset="0"/>
                          <a:ea typeface="Aptos" panose="020B0004020202020204" pitchFamily="34" charset="0"/>
                          <a:cs typeface="Arial" panose="020B0604020202020204" pitchFamily="34" charset="0"/>
                        </a:rPr>
                        <a:t>OECD</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extLst>
                  <a:ext uri="{0D108BD9-81ED-4DB2-BD59-A6C34878D82A}">
                    <a16:rowId xmlns:a16="http://schemas.microsoft.com/office/drawing/2014/main" val="411744590"/>
                  </a:ext>
                </a:extLst>
              </a:tr>
              <a:tr h="144000">
                <a:tc>
                  <a:txBody>
                    <a:bodyPr/>
                    <a:lstStyle/>
                    <a:p>
                      <a:pPr>
                        <a:lnSpc>
                          <a:spcPct val="107000"/>
                        </a:lnSpc>
                        <a:spcAft>
                          <a:spcPts val="800"/>
                        </a:spcAft>
                      </a:pPr>
                      <a:r>
                        <a:rPr lang="en-US" sz="800" b="1" dirty="0">
                          <a:effectLst/>
                          <a:latin typeface="Aptos" panose="020B0004020202020204" pitchFamily="34" charset="0"/>
                          <a:ea typeface="Aptos" panose="020B0004020202020204" pitchFamily="34" charset="0"/>
                          <a:cs typeface="Arial" panose="020B0604020202020204" pitchFamily="34" charset="0"/>
                        </a:rPr>
                        <a:t>SPANE</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accent1">
                        <a:lumMod val="20000"/>
                        <a:lumOff val="80000"/>
                      </a:schemeClr>
                    </a:solidFill>
                  </a:tcPr>
                </a:tc>
                <a:tc>
                  <a:txBody>
                    <a:bodyPr/>
                    <a:lstStyle/>
                    <a:p>
                      <a:pPr algn="ctr">
                        <a:lnSpc>
                          <a:spcPct val="107000"/>
                        </a:lnSpc>
                        <a:spcAft>
                          <a:spcPts val="800"/>
                        </a:spcAft>
                      </a:pPr>
                      <a:r>
                        <a:rPr lang="en-US" sz="800" dirty="0">
                          <a:effectLst/>
                          <a:latin typeface="Aptos" panose="020B0004020202020204" pitchFamily="34" charset="0"/>
                          <a:ea typeface="Aptos" panose="020B0004020202020204" pitchFamily="34" charset="0"/>
                          <a:cs typeface="Arial" panose="020B0604020202020204" pitchFamily="34" charset="0"/>
                        </a:rPr>
                        <a:t>x</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00B050"/>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tc>
                  <a:txBody>
                    <a:bodyPr/>
                    <a:lstStyle/>
                    <a:p>
                      <a:pPr algn="ctr">
                        <a:lnSpc>
                          <a:spcPct val="107000"/>
                        </a:lnSpc>
                        <a:spcAft>
                          <a:spcPts val="800"/>
                        </a:spcAft>
                      </a:pPr>
                      <a:endParaRPr lang="en-US" sz="800" dirty="0">
                        <a:effectLst/>
                        <a:latin typeface="Aptos" panose="020B0004020202020204" pitchFamily="34" charset="0"/>
                        <a:ea typeface="Aptos" panose="020B0004020202020204" pitchFamily="34" charset="0"/>
                        <a:cs typeface="Arial" panose="020B0604020202020204" pitchFamily="34"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chemeClr val="bg2">
                        <a:lumMod val="60000"/>
                        <a:lumOff val="40000"/>
                      </a:schemeClr>
                    </a:solidFill>
                  </a:tcPr>
                </a:tc>
                <a:extLst>
                  <a:ext uri="{0D108BD9-81ED-4DB2-BD59-A6C34878D82A}">
                    <a16:rowId xmlns:a16="http://schemas.microsoft.com/office/drawing/2014/main" val="2010288516"/>
                  </a:ext>
                </a:extLst>
              </a:tr>
            </a:tbl>
          </a:graphicData>
        </a:graphic>
      </p:graphicFrame>
      <p:sp>
        <p:nvSpPr>
          <p:cNvPr id="6" name="Tijdelijke aanduiding voor inhoud 4">
            <a:extLst>
              <a:ext uri="{FF2B5EF4-FFF2-40B4-BE49-F238E27FC236}">
                <a16:creationId xmlns:a16="http://schemas.microsoft.com/office/drawing/2014/main" id="{35797062-C78E-0BEF-6F17-296197755B2D}"/>
              </a:ext>
            </a:extLst>
          </p:cNvPr>
          <p:cNvSpPr txBox="1">
            <a:spLocks/>
          </p:cNvSpPr>
          <p:nvPr/>
        </p:nvSpPr>
        <p:spPr>
          <a:xfrm>
            <a:off x="211540" y="4048171"/>
            <a:ext cx="6896828" cy="844817"/>
          </a:xfrm>
          <a:prstGeom prst="rect">
            <a:avLst/>
          </a:prstGeom>
        </p:spPr>
        <p:txBody>
          <a:bodyPr vert="horz" lIns="0" tIns="0" rIns="0" bIns="0" rtlCol="0" anchor="t" anchorCtr="0">
            <a:noAutofit/>
          </a:bodyPr>
          <a:lstStyle>
            <a:lvl1pPr marL="216000" indent="-216000" algn="l" defTabSz="457200" rtl="0" eaLnBrk="1" latinLnBrk="0" hangingPunct="1">
              <a:lnSpc>
                <a:spcPts val="2300"/>
              </a:lnSpc>
              <a:spcBef>
                <a:spcPts val="0"/>
              </a:spcBef>
              <a:buSzPct val="100000"/>
              <a:buFont typeface="Arial"/>
              <a:buChar char="•"/>
              <a:defRPr sz="1800" b="0" i="0" kern="1200" baseline="0">
                <a:solidFill>
                  <a:schemeClr val="tx1"/>
                </a:solidFill>
                <a:latin typeface="+mn-lt"/>
                <a:ea typeface="+mn-ea"/>
                <a:cs typeface="Museo Sans 500"/>
              </a:defRPr>
            </a:lvl1pPr>
            <a:lvl2pPr marL="432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2pPr>
            <a:lvl3pPr marL="648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3pPr>
            <a:lvl4pPr marL="864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4pPr>
            <a:lvl5pPr marL="1080000" indent="-216000" algn="l" defTabSz="457200" rtl="0" eaLnBrk="1" latinLnBrk="0" hangingPunct="1">
              <a:lnSpc>
                <a:spcPts val="2300"/>
              </a:lnSpc>
              <a:spcBef>
                <a:spcPts val="0"/>
              </a:spcBef>
              <a:buSzPct val="100000"/>
              <a:buFont typeface="Arial"/>
              <a:buChar char="•"/>
              <a:defRPr sz="1800" b="0" i="0" kern="1200">
                <a:solidFill>
                  <a:schemeClr val="tx1"/>
                </a:solidFill>
                <a:latin typeface="+mn-lt"/>
                <a:ea typeface="+mn-ea"/>
                <a:cs typeface="Museo Sans 500"/>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lnSpc>
                <a:spcPct val="100000"/>
              </a:lnSpc>
              <a:buNone/>
            </a:pPr>
            <a:r>
              <a:rPr lang="en-US" sz="800" dirty="0">
                <a:latin typeface="Aptos" panose="020B0004020202020204" pitchFamily="34" charset="0"/>
              </a:rPr>
              <a:t>x indicates full coverage</a:t>
            </a:r>
          </a:p>
          <a:p>
            <a:pPr marL="0" indent="0">
              <a:lnSpc>
                <a:spcPct val="100000"/>
              </a:lnSpc>
              <a:buNone/>
            </a:pPr>
            <a:r>
              <a:rPr lang="en-US" sz="800" dirty="0">
                <a:effectLst/>
                <a:latin typeface="Aptos" panose="020B0004020202020204" pitchFamily="34" charset="0"/>
                <a:ea typeface="Aptos" panose="020B0004020202020204" pitchFamily="34" charset="0"/>
                <a:cs typeface="Arial" panose="020B0604020202020204" pitchFamily="34" charset="0"/>
              </a:rPr>
              <a:t>~ indicates partial coverage</a:t>
            </a:r>
            <a:endParaRPr lang="en-US" sz="800" dirty="0">
              <a:latin typeface="Aptos" panose="020B0004020202020204" pitchFamily="34" charset="0"/>
            </a:endParaRPr>
          </a:p>
        </p:txBody>
      </p:sp>
    </p:spTree>
    <p:extLst>
      <p:ext uri="{BB962C8B-B14F-4D97-AF65-F5344CB8AC3E}">
        <p14:creationId xmlns:p14="http://schemas.microsoft.com/office/powerpoint/2010/main" val="1048764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p:cNvSpPr>
            <a:spLocks noGrp="1"/>
          </p:cNvSpPr>
          <p:nvPr>
            <p:ph type="title"/>
          </p:nvPr>
        </p:nvSpPr>
        <p:spPr>
          <a:xfrm>
            <a:off x="491525" y="396000"/>
            <a:ext cx="8172000" cy="576000"/>
          </a:xfrm>
        </p:spPr>
        <p:txBody>
          <a:bodyPr anchor="t">
            <a:normAutofit/>
          </a:bodyPr>
          <a:lstStyle/>
          <a:p>
            <a:r>
              <a:rPr lang="en-US" dirty="0"/>
              <a:t>Case studies overview</a:t>
            </a:r>
          </a:p>
        </p:txBody>
      </p:sp>
      <p:graphicFrame>
        <p:nvGraphicFramePr>
          <p:cNvPr id="12" name="Tijdelijke aanduiding voor inhoud 5">
            <a:extLst>
              <a:ext uri="{FF2B5EF4-FFF2-40B4-BE49-F238E27FC236}">
                <a16:creationId xmlns:a16="http://schemas.microsoft.com/office/drawing/2014/main" id="{F305CB87-A94A-D280-24C7-D6606C0B983C}"/>
              </a:ext>
            </a:extLst>
          </p:cNvPr>
          <p:cNvGraphicFramePr>
            <a:graphicFrameLocks noGrp="1"/>
          </p:cNvGraphicFramePr>
          <p:nvPr>
            <p:ph idx="1"/>
            <p:extLst>
              <p:ext uri="{D42A27DB-BD31-4B8C-83A1-F6EECF244321}">
                <p14:modId xmlns:p14="http://schemas.microsoft.com/office/powerpoint/2010/main" val="1462285801"/>
              </p:ext>
            </p:extLst>
          </p:nvPr>
        </p:nvGraphicFramePr>
        <p:xfrm>
          <a:off x="337795" y="971551"/>
          <a:ext cx="8468409" cy="3348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TextBox 1">
            <a:extLst>
              <a:ext uri="{FF2B5EF4-FFF2-40B4-BE49-F238E27FC236}">
                <a16:creationId xmlns:a16="http://schemas.microsoft.com/office/drawing/2014/main" id="{9CBA48AD-BF37-A4CF-0C1B-C9A3425BBABE}"/>
              </a:ext>
            </a:extLst>
          </p:cNvPr>
          <p:cNvSpPr txBox="1"/>
          <p:nvPr/>
        </p:nvSpPr>
        <p:spPr>
          <a:xfrm>
            <a:off x="1002453" y="2851573"/>
            <a:ext cx="1293707" cy="307777"/>
          </a:xfrm>
          <a:prstGeom prst="rect">
            <a:avLst/>
          </a:prstGeom>
          <a:noFill/>
        </p:spPr>
        <p:txBody>
          <a:bodyPr wrap="square" rtlCol="0">
            <a:spAutoFit/>
          </a:bodyPr>
          <a:lstStyle/>
          <a:p>
            <a:r>
              <a:rPr lang="en-US" sz="1400" b="1" dirty="0"/>
              <a:t>Case study 1</a:t>
            </a:r>
          </a:p>
        </p:txBody>
      </p:sp>
      <p:sp>
        <p:nvSpPr>
          <p:cNvPr id="3" name="TextBox 2">
            <a:extLst>
              <a:ext uri="{FF2B5EF4-FFF2-40B4-BE49-F238E27FC236}">
                <a16:creationId xmlns:a16="http://schemas.microsoft.com/office/drawing/2014/main" id="{6EC9AC52-07F3-39D2-E07E-15F48AC5AE79}"/>
              </a:ext>
            </a:extLst>
          </p:cNvPr>
          <p:cNvSpPr txBox="1"/>
          <p:nvPr/>
        </p:nvSpPr>
        <p:spPr>
          <a:xfrm>
            <a:off x="3925145" y="2850084"/>
            <a:ext cx="1293707" cy="307777"/>
          </a:xfrm>
          <a:prstGeom prst="rect">
            <a:avLst/>
          </a:prstGeom>
          <a:noFill/>
        </p:spPr>
        <p:txBody>
          <a:bodyPr wrap="square" rtlCol="0">
            <a:spAutoFit/>
          </a:bodyPr>
          <a:lstStyle/>
          <a:p>
            <a:r>
              <a:rPr lang="en-US" sz="1400" b="1" dirty="0"/>
              <a:t>Case study 2</a:t>
            </a:r>
          </a:p>
        </p:txBody>
      </p:sp>
      <p:sp>
        <p:nvSpPr>
          <p:cNvPr id="4" name="TextBox 3">
            <a:extLst>
              <a:ext uri="{FF2B5EF4-FFF2-40B4-BE49-F238E27FC236}">
                <a16:creationId xmlns:a16="http://schemas.microsoft.com/office/drawing/2014/main" id="{CE0A5B97-0C69-3A9F-F7C9-D39DC7B4EB5B}"/>
              </a:ext>
            </a:extLst>
          </p:cNvPr>
          <p:cNvSpPr txBox="1"/>
          <p:nvPr/>
        </p:nvSpPr>
        <p:spPr>
          <a:xfrm>
            <a:off x="6847837" y="2848595"/>
            <a:ext cx="1293707" cy="307777"/>
          </a:xfrm>
          <a:prstGeom prst="rect">
            <a:avLst/>
          </a:prstGeom>
          <a:noFill/>
        </p:spPr>
        <p:txBody>
          <a:bodyPr wrap="square" rtlCol="0">
            <a:spAutoFit/>
          </a:bodyPr>
          <a:lstStyle/>
          <a:p>
            <a:r>
              <a:rPr lang="en-US" sz="1400" b="1" dirty="0"/>
              <a:t>Case study 3</a:t>
            </a:r>
          </a:p>
        </p:txBody>
      </p:sp>
    </p:spTree>
    <p:extLst>
      <p:ext uri="{BB962C8B-B14F-4D97-AF65-F5344CB8AC3E}">
        <p14:creationId xmlns:p14="http://schemas.microsoft.com/office/powerpoint/2010/main" val="28542332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p:cNvSpPr>
            <a:spLocks noGrp="1"/>
          </p:cNvSpPr>
          <p:nvPr>
            <p:ph type="title"/>
          </p:nvPr>
        </p:nvSpPr>
        <p:spPr>
          <a:xfrm>
            <a:off x="491525" y="396000"/>
            <a:ext cx="8172000" cy="576000"/>
          </a:xfrm>
        </p:spPr>
        <p:txBody>
          <a:bodyPr anchor="t">
            <a:normAutofit/>
          </a:bodyPr>
          <a:lstStyle/>
          <a:p>
            <a:r>
              <a:rPr lang="en-US" dirty="0"/>
              <a:t>Case study design</a:t>
            </a:r>
          </a:p>
        </p:txBody>
      </p:sp>
      <p:graphicFrame>
        <p:nvGraphicFramePr>
          <p:cNvPr id="12" name="Tijdelijke aanduiding voor inhoud 5">
            <a:extLst>
              <a:ext uri="{FF2B5EF4-FFF2-40B4-BE49-F238E27FC236}">
                <a16:creationId xmlns:a16="http://schemas.microsoft.com/office/drawing/2014/main" id="{F305CB87-A94A-D280-24C7-D6606C0B983C}"/>
              </a:ext>
            </a:extLst>
          </p:cNvPr>
          <p:cNvGraphicFramePr>
            <a:graphicFrameLocks noGrp="1"/>
          </p:cNvGraphicFramePr>
          <p:nvPr>
            <p:ph idx="1"/>
            <p:extLst>
              <p:ext uri="{D42A27DB-BD31-4B8C-83A1-F6EECF244321}">
                <p14:modId xmlns:p14="http://schemas.microsoft.com/office/powerpoint/2010/main" val="2009293857"/>
              </p:ext>
            </p:extLst>
          </p:nvPr>
        </p:nvGraphicFramePr>
        <p:xfrm>
          <a:off x="491525" y="1074346"/>
          <a:ext cx="8172000" cy="280888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525914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p:cNvSpPr>
            <a:spLocks noGrp="1"/>
          </p:cNvSpPr>
          <p:nvPr>
            <p:ph type="title"/>
          </p:nvPr>
        </p:nvSpPr>
        <p:spPr/>
        <p:txBody>
          <a:bodyPr/>
          <a:lstStyle/>
          <a:p>
            <a:r>
              <a:rPr lang="en-US" dirty="0"/>
              <a:t>Information on Psychometric Assessment</a:t>
            </a:r>
          </a:p>
        </p:txBody>
      </p:sp>
      <p:sp>
        <p:nvSpPr>
          <p:cNvPr id="6" name="Tijdelijke aanduiding voor inhoud 5"/>
          <p:cNvSpPr>
            <a:spLocks noGrp="1"/>
          </p:cNvSpPr>
          <p:nvPr>
            <p:ph idx="1"/>
          </p:nvPr>
        </p:nvSpPr>
        <p:spPr/>
        <p:txBody>
          <a:bodyPr/>
          <a:lstStyle/>
          <a:p>
            <a:r>
              <a:rPr lang="en-US" dirty="0"/>
              <a:t>For the seven well-being measures, we will look at the following psychometric properties:</a:t>
            </a:r>
          </a:p>
          <a:p>
            <a:pPr marL="0" indent="0">
              <a:buNone/>
            </a:pPr>
            <a:endParaRPr lang="en-US" dirty="0"/>
          </a:p>
          <a:p>
            <a:pPr lvl="2"/>
            <a:r>
              <a:rPr lang="en-US" dirty="0"/>
              <a:t>Ceiling / Floor effects </a:t>
            </a:r>
          </a:p>
          <a:p>
            <a:pPr lvl="2"/>
            <a:r>
              <a:rPr lang="en-US" dirty="0"/>
              <a:t>Test-retest reliability</a:t>
            </a:r>
          </a:p>
          <a:p>
            <a:pPr lvl="2"/>
            <a:r>
              <a:rPr lang="en-US" dirty="0"/>
              <a:t>Structural validity</a:t>
            </a:r>
          </a:p>
          <a:p>
            <a:pPr lvl="2"/>
            <a:r>
              <a:rPr lang="en-US" dirty="0"/>
              <a:t>Convergent and discriminate validity</a:t>
            </a:r>
          </a:p>
          <a:p>
            <a:pPr lvl="2"/>
            <a:r>
              <a:rPr lang="en-US" dirty="0"/>
              <a:t>Known-group validity</a:t>
            </a:r>
          </a:p>
          <a:p>
            <a:pPr lvl="2"/>
            <a:r>
              <a:rPr lang="en-US" dirty="0"/>
              <a:t>Responsiveness</a:t>
            </a:r>
          </a:p>
          <a:p>
            <a:pPr marL="432000" lvl="2" indent="0">
              <a:buNone/>
            </a:pPr>
            <a:endParaRPr lang="en-US" dirty="0"/>
          </a:p>
          <a:p>
            <a:r>
              <a:rPr lang="en-US" dirty="0"/>
              <a:t>Additional analyses may be explored based on other interests/research ideas</a:t>
            </a:r>
          </a:p>
          <a:p>
            <a:pPr marL="432000" lvl="2" indent="0">
              <a:buNone/>
            </a:pPr>
            <a:endParaRPr lang="en-US" dirty="0"/>
          </a:p>
        </p:txBody>
      </p:sp>
    </p:spTree>
    <p:extLst>
      <p:ext uri="{BB962C8B-B14F-4D97-AF65-F5344CB8AC3E}">
        <p14:creationId xmlns:p14="http://schemas.microsoft.com/office/powerpoint/2010/main" val="170127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p:cNvSpPr>
            <a:spLocks noGrp="1"/>
          </p:cNvSpPr>
          <p:nvPr>
            <p:ph type="title"/>
          </p:nvPr>
        </p:nvSpPr>
        <p:spPr>
          <a:xfrm>
            <a:off x="491525" y="396000"/>
            <a:ext cx="8172000" cy="576000"/>
          </a:xfrm>
        </p:spPr>
        <p:txBody>
          <a:bodyPr anchor="t">
            <a:normAutofit/>
          </a:bodyPr>
          <a:lstStyle/>
          <a:p>
            <a:r>
              <a:rPr lang="en-US" dirty="0"/>
              <a:t>Project timeline</a:t>
            </a:r>
          </a:p>
        </p:txBody>
      </p:sp>
      <p:pic>
        <p:nvPicPr>
          <p:cNvPr id="1028" name="Picture 4">
            <a:extLst>
              <a:ext uri="{FF2B5EF4-FFF2-40B4-BE49-F238E27FC236}">
                <a16:creationId xmlns:a16="http://schemas.microsoft.com/office/drawing/2014/main" id="{4A139327-2443-F227-4E65-1CF68EE736FE}"/>
              </a:ext>
            </a:extLst>
          </p:cNvPr>
          <p:cNvPicPr>
            <a:picLocks noChangeAspect="1" noChangeArrowheads="1"/>
          </p:cNvPicPr>
          <p:nvPr/>
        </p:nvPicPr>
        <p:blipFill>
          <a:blip r:embed="rId2"/>
          <a:srcRect/>
          <a:stretch/>
        </p:blipFill>
        <p:spPr bwMode="auto">
          <a:xfrm>
            <a:off x="1641639" y="972055"/>
            <a:ext cx="5860722" cy="37518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93496660"/>
      </p:ext>
    </p:extLst>
  </p:cSld>
  <p:clrMapOvr>
    <a:masterClrMapping/>
  </p:clrMapOvr>
</p:sld>
</file>

<file path=ppt/theme/theme1.xml><?xml version="1.0" encoding="utf-8"?>
<a:theme xmlns:a="http://schemas.openxmlformats.org/drawingml/2006/main" name="Erasmus_Corporate_B_EN_v1">
  <a:themeElements>
    <a:clrScheme name="EUR_IBMG">
      <a:dk1>
        <a:srgbClr val="002328"/>
      </a:dk1>
      <a:lt1>
        <a:sysClr val="window" lastClr="FFFFFF"/>
      </a:lt1>
      <a:dk2>
        <a:srgbClr val="801A99"/>
      </a:dk2>
      <a:lt2>
        <a:srgbClr val="9C9C9C"/>
      </a:lt2>
      <a:accent1>
        <a:srgbClr val="801A99"/>
      </a:accent1>
      <a:accent2>
        <a:srgbClr val="00B4D2"/>
      </a:accent2>
      <a:accent3>
        <a:srgbClr val="00A22E"/>
      </a:accent3>
      <a:accent4>
        <a:srgbClr val="FFD700"/>
      </a:accent4>
      <a:accent5>
        <a:srgbClr val="FF9E00"/>
      </a:accent5>
      <a:accent6>
        <a:srgbClr val="BC0436"/>
      </a:accent6>
      <a:hlink>
        <a:srgbClr val="000000"/>
      </a:hlink>
      <a:folHlink>
        <a:srgbClr val="000000"/>
      </a:folHlink>
    </a:clrScheme>
    <a:fontScheme name="Erasmus_500-700">
      <a:majorFont>
        <a:latin typeface="Museo Sans 700"/>
        <a:ea typeface=""/>
        <a:cs typeface=""/>
      </a:majorFont>
      <a:minorFont>
        <a:latin typeface="Museo Sans 500"/>
        <a:ea typeface=""/>
        <a:cs typeface=""/>
      </a:minorFont>
    </a:fontScheme>
    <a:fmtScheme name="Kanto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eshpm_powerpoint_template_16-9.pptx" id="{6828E7C2-9161-40F8-B729-2D9143FFE034}" vid="{C007BAE9-C7F0-4AC9-876B-C9FDCB9FAF5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E1D68C516804644A9B929E79E14799F8" ma:contentTypeVersion="3" ma:contentTypeDescription="Create a new document." ma:contentTypeScope="" ma:versionID="e911f77019013e4f7ce9a2a06f46d5ec">
  <xsd:schema xmlns:xsd="http://www.w3.org/2001/XMLSchema" xmlns:xs="http://www.w3.org/2001/XMLSchema" xmlns:p="http://schemas.microsoft.com/office/2006/metadata/properties" xmlns:ns2="21218f7f-6a6e-4c61-96b6-9b33608f149a" targetNamespace="http://schemas.microsoft.com/office/2006/metadata/properties" ma:root="true" ma:fieldsID="71dedad9ba0142875a975e0547df00ee" ns2:_="">
    <xsd:import namespace="21218f7f-6a6e-4c61-96b6-9b33608f149a"/>
    <xsd:element name="properties">
      <xsd:complexType>
        <xsd:sequence>
          <xsd:element name="documentManagement">
            <xsd:complexType>
              <xsd:all>
                <xsd:element ref="ns2:MediaServiceMetadata" minOccurs="0"/>
                <xsd:element ref="ns2:MediaServiceFastMetadata"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1218f7f-6a6e-4c61-96b6-9b33608f149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AD9EDC5E-5282-47FC-8BAC-0278FE8C994A}">
  <ds:schemaRefs>
    <ds:schemaRef ds:uri="http://schemas.microsoft.com/sharepoint/v3/contenttype/forms"/>
  </ds:schemaRefs>
</ds:datastoreItem>
</file>

<file path=customXml/itemProps2.xml><?xml version="1.0" encoding="utf-8"?>
<ds:datastoreItem xmlns:ds="http://schemas.openxmlformats.org/officeDocument/2006/customXml" ds:itemID="{E08A0D55-06D9-4B3B-ADAB-50E73BC7DAB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1218f7f-6a6e-4c61-96b6-9b33608f149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23A9F90-D460-49AA-8CA3-F5C4332673F4}">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ESHPM powerpoint_template_16-9</Template>
  <TotalTime>2539</TotalTime>
  <Words>1518</Words>
  <Application>Microsoft Office PowerPoint</Application>
  <PresentationFormat>On-screen Show (16:9)</PresentationFormat>
  <Paragraphs>386</Paragraphs>
  <Slides>14</Slides>
  <Notes>8</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14</vt:i4>
      </vt:variant>
    </vt:vector>
  </HeadingPairs>
  <TitlesOfParts>
    <vt:vector size="22" baseType="lpstr">
      <vt:lpstr>Aptos</vt:lpstr>
      <vt:lpstr>Arial</vt:lpstr>
      <vt:lpstr>Calibri</vt:lpstr>
      <vt:lpstr>Museo Sans 100</vt:lpstr>
      <vt:lpstr>Museo Sans 500</vt:lpstr>
      <vt:lpstr>Museo Sans 700</vt:lpstr>
      <vt:lpstr>Museo Sans 900</vt:lpstr>
      <vt:lpstr>Erasmus_Corporate_B_EN_v1</vt:lpstr>
      <vt:lpstr>The Well-being Multi-Instrument Comparison study</vt:lpstr>
      <vt:lpstr>Project background</vt:lpstr>
      <vt:lpstr>W-MIC research questions</vt:lpstr>
      <vt:lpstr>W-MIC study design</vt:lpstr>
      <vt:lpstr>Collaborating partners</vt:lpstr>
      <vt:lpstr>Online survey sample</vt:lpstr>
      <vt:lpstr>Online survey design</vt:lpstr>
      <vt:lpstr>Online survey design</vt:lpstr>
      <vt:lpstr>Online survey routing</vt:lpstr>
      <vt:lpstr>Conceptual Coverage</vt:lpstr>
      <vt:lpstr>Case studies overview</vt:lpstr>
      <vt:lpstr>Case study design</vt:lpstr>
      <vt:lpstr>Information on Psychometric Assessment</vt:lpstr>
      <vt:lpstr>Project timeline</vt:lpstr>
    </vt:vector>
  </TitlesOfParts>
  <Manager/>
  <Company>Erasmus Universiteit</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Andrea De Palma</dc:creator>
  <cp:keywords/>
  <dc:description>iBMG presentation 16:9_x000d_version 1.0 - July 2015_x000d_Design: Fabrique_x000d_Template: Ton Persoon</dc:description>
  <cp:lastModifiedBy>Andrea De Palma</cp:lastModifiedBy>
  <cp:revision>1</cp:revision>
  <dcterms:created xsi:type="dcterms:W3CDTF">2024-10-14T13:07:55Z</dcterms:created>
  <dcterms:modified xsi:type="dcterms:W3CDTF">2026-06-26T09:43:27Z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0x010100E1D68C516804644A9B929E79E14799F8</vt:lpwstr>
  </property>
  <property fmtid="{D5CDD505-2E9C-101B-9397-08002B2CF9AE}" pid="3" name="MSIP_Label_8772ba27-cab8-4042-a351-a31f6e4eacdc_Enabled">
    <vt:lpwstr>true</vt:lpwstr>
  </property>
  <property fmtid="{D5CDD505-2E9C-101B-9397-08002B2CF9AE}" pid="4" name="MSIP_Label_8772ba27-cab8-4042-a351-a31f6e4eacdc_SetDate">
    <vt:lpwstr>2024-10-14T14:53:14Z</vt:lpwstr>
  </property>
  <property fmtid="{D5CDD505-2E9C-101B-9397-08002B2CF9AE}" pid="5" name="MSIP_Label_8772ba27-cab8-4042-a351-a31f6e4eacdc_Method">
    <vt:lpwstr>Standard</vt:lpwstr>
  </property>
  <property fmtid="{D5CDD505-2E9C-101B-9397-08002B2CF9AE}" pid="6" name="MSIP_Label_8772ba27-cab8-4042-a351-a31f6e4eacdc_Name">
    <vt:lpwstr>Internal</vt:lpwstr>
  </property>
  <property fmtid="{D5CDD505-2E9C-101B-9397-08002B2CF9AE}" pid="7" name="MSIP_Label_8772ba27-cab8-4042-a351-a31f6e4eacdc_SiteId">
    <vt:lpwstr>715902d6-f63e-4b8d-929b-4bb170bad492</vt:lpwstr>
  </property>
  <property fmtid="{D5CDD505-2E9C-101B-9397-08002B2CF9AE}" pid="8" name="MSIP_Label_8772ba27-cab8-4042-a351-a31f6e4eacdc_ActionId">
    <vt:lpwstr>7b7214cf-0b24-484a-9332-b9721d71b2a9</vt:lpwstr>
  </property>
  <property fmtid="{D5CDD505-2E9C-101B-9397-08002B2CF9AE}" pid="9" name="MSIP_Label_8772ba27-cab8-4042-a351-a31f6e4eacdc_ContentBits">
    <vt:lpwstr>0</vt:lpwstr>
  </property>
</Properties>
</file>